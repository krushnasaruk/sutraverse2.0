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Default Extension="png" ContentType="image/png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24" r:id="rId1"/>
  </p:sldMasterIdLst>
  <p:notesMasterIdLst>
    <p:notesMasterId r:id="rId51"/>
  </p:notesMasterIdLst>
  <p:handoutMasterIdLst>
    <p:handoutMasterId r:id="rId52"/>
  </p:handoutMasterIdLst>
  <p:sldIdLst>
    <p:sldId id="256" r:id="rId2"/>
    <p:sldId id="257" r:id="rId3"/>
    <p:sldId id="333" r:id="rId4"/>
    <p:sldId id="332" r:id="rId5"/>
    <p:sldId id="316" r:id="rId6"/>
    <p:sldId id="258" r:id="rId7"/>
    <p:sldId id="335" r:id="rId8"/>
    <p:sldId id="336" r:id="rId9"/>
    <p:sldId id="337" r:id="rId10"/>
    <p:sldId id="338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3" r:id="rId24"/>
    <p:sldId id="352" r:id="rId25"/>
    <p:sldId id="355" r:id="rId26"/>
    <p:sldId id="356" r:id="rId27"/>
    <p:sldId id="357" r:id="rId28"/>
    <p:sldId id="358" r:id="rId29"/>
    <p:sldId id="323" r:id="rId30"/>
    <p:sldId id="320" r:id="rId31"/>
    <p:sldId id="359" r:id="rId32"/>
    <p:sldId id="327" r:id="rId33"/>
    <p:sldId id="328" r:id="rId34"/>
    <p:sldId id="331" r:id="rId35"/>
    <p:sldId id="329" r:id="rId36"/>
    <p:sldId id="362" r:id="rId37"/>
    <p:sldId id="361" r:id="rId38"/>
    <p:sldId id="293" r:id="rId39"/>
    <p:sldId id="294" r:id="rId40"/>
    <p:sldId id="363" r:id="rId41"/>
    <p:sldId id="364" r:id="rId42"/>
    <p:sldId id="365" r:id="rId43"/>
    <p:sldId id="366" r:id="rId44"/>
    <p:sldId id="302" r:id="rId45"/>
    <p:sldId id="367" r:id="rId46"/>
    <p:sldId id="303" r:id="rId47"/>
    <p:sldId id="312" r:id="rId48"/>
    <p:sldId id="313" r:id="rId49"/>
    <p:sldId id="314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957" autoAdjust="0"/>
  </p:normalViewPr>
  <p:slideViewPr>
    <p:cSldViewPr>
      <p:cViewPr varScale="1">
        <p:scale>
          <a:sx n="81" d="100"/>
          <a:sy n="81" d="100"/>
        </p:scale>
        <p:origin x="-105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92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1980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69B3FC-8034-49F1-B102-41CF72365BCC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B6ABAE-EFB4-4F19-957E-E93BE48A859F}" type="pres">
      <dgm:prSet presAssocID="{2869B3FC-8034-49F1-B102-41CF72365BC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</dgm:ptLst>
  <dgm:cxnLst>
    <dgm:cxn modelId="{85AB338D-AB81-4DC1-929E-F5E3DBB39205}" type="presOf" srcId="{2869B3FC-8034-49F1-B102-41CF72365BCC}" destId="{DDB6ABAE-EFB4-4F19-957E-E93BE48A859F}" srcOrd="0" destOrd="0" presId="urn:microsoft.com/office/officeart/2005/8/layout/orgChart1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34FD96-679B-49CF-860E-64E270E93112}" type="doc">
      <dgm:prSet loTypeId="urn:microsoft.com/office/officeart/2005/8/layout/orgChart1" loCatId="hierarchy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4328814-3021-4616-89C6-57EFB5EF4EB4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/>
            <a:t>Number System</a:t>
          </a:r>
        </a:p>
      </dgm:t>
    </dgm:pt>
    <dgm:pt modelId="{44F50C7B-675E-4BA3-85A4-F6AA0026090D}" type="parTrans" cxnId="{A1715F97-3662-46EE-9730-D18E3491DFE5}">
      <dgm:prSet/>
      <dgm:spPr/>
      <dgm:t>
        <a:bodyPr/>
        <a:lstStyle/>
        <a:p>
          <a:endParaRPr lang="en-US"/>
        </a:p>
      </dgm:t>
    </dgm:pt>
    <dgm:pt modelId="{306F5138-DB40-4C6C-B47B-57D3E577AFAD}" type="sibTrans" cxnId="{A1715F97-3662-46EE-9730-D18E3491DFE5}">
      <dgm:prSet/>
      <dgm:spPr/>
      <dgm:t>
        <a:bodyPr/>
        <a:lstStyle/>
        <a:p>
          <a:endParaRPr lang="en-US"/>
        </a:p>
      </dgm:t>
    </dgm:pt>
    <dgm:pt modelId="{F7159EB9-ABA3-4639-85A8-61F10426BB72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b="1" dirty="0"/>
            <a:t>Binary </a:t>
          </a:r>
          <a:r>
            <a:rPr lang="en-US" sz="2000" b="1" dirty="0">
              <a:solidFill>
                <a:srgbClr val="00B0F0"/>
              </a:solidFill>
            </a:rPr>
            <a:t>(Base-2)</a:t>
          </a:r>
        </a:p>
      </dgm:t>
    </dgm:pt>
    <dgm:pt modelId="{7F29BC5A-E74E-4FBC-A635-E30C59876383}" type="parTrans" cxnId="{C8D2E6EB-E873-4515-85E8-71DB82207F75}">
      <dgm:prSet/>
      <dgm:spPr/>
      <dgm:t>
        <a:bodyPr anchor="ctr"/>
        <a:lstStyle/>
        <a:p>
          <a:endParaRPr lang="en-US"/>
        </a:p>
      </dgm:t>
    </dgm:pt>
    <dgm:pt modelId="{55F06A7B-34B3-4F17-BF40-47DF33BE008C}" type="sibTrans" cxnId="{C8D2E6EB-E873-4515-85E8-71DB82207F75}">
      <dgm:prSet custT="1"/>
      <dgm:spPr/>
      <dgm:t>
        <a:bodyPr/>
        <a:lstStyle/>
        <a:p>
          <a:endParaRPr lang="en-US"/>
        </a:p>
      </dgm:t>
    </dgm:pt>
    <dgm:pt modelId="{0A23134F-78E1-4930-8DC9-763A6EE1C6FF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/>
            <a:t>Hexadecimal </a:t>
          </a:r>
          <a:r>
            <a:rPr lang="en-US" sz="1800" b="1" dirty="0">
              <a:solidFill>
                <a:srgbClr val="00B0F0"/>
              </a:solidFill>
            </a:rPr>
            <a:t>(Base-16)</a:t>
          </a:r>
        </a:p>
      </dgm:t>
    </dgm:pt>
    <dgm:pt modelId="{6B1C9AB9-B699-4686-9AF0-51072A7A5B1A}" type="parTrans" cxnId="{C4BAFA3B-E2FB-4236-A014-2F719747E813}">
      <dgm:prSet/>
      <dgm:spPr/>
      <dgm:t>
        <a:bodyPr/>
        <a:lstStyle/>
        <a:p>
          <a:endParaRPr lang="en-US"/>
        </a:p>
      </dgm:t>
    </dgm:pt>
    <dgm:pt modelId="{6021C5F0-59F4-419A-8B4E-CDCC31F91E46}" type="sibTrans" cxnId="{C4BAFA3B-E2FB-4236-A014-2F719747E813}">
      <dgm:prSet/>
      <dgm:spPr/>
      <dgm:t>
        <a:bodyPr/>
        <a:lstStyle/>
        <a:p>
          <a:endParaRPr lang="en-US" dirty="0"/>
        </a:p>
      </dgm:t>
    </dgm:pt>
    <dgm:pt modelId="{81EEFA02-1132-4CFF-87C6-BB580BD0415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/>
            <a:t>Octal </a:t>
          </a:r>
          <a:r>
            <a:rPr lang="en-US" sz="1800" b="1" dirty="0">
              <a:solidFill>
                <a:srgbClr val="00B0F0"/>
              </a:solidFill>
            </a:rPr>
            <a:t>(Base-8)</a:t>
          </a:r>
        </a:p>
      </dgm:t>
    </dgm:pt>
    <dgm:pt modelId="{1D4FA8EA-8A7F-4B5A-8E8F-F4DD753B877D}" type="parTrans" cxnId="{445B468B-F4B9-4039-8D0D-3D5358E75A52}">
      <dgm:prSet/>
      <dgm:spPr/>
      <dgm:t>
        <a:bodyPr/>
        <a:lstStyle/>
        <a:p>
          <a:endParaRPr lang="en-US"/>
        </a:p>
      </dgm:t>
    </dgm:pt>
    <dgm:pt modelId="{413EB100-A409-48EC-ACAB-3C59975FA5FB}" type="sibTrans" cxnId="{445B468B-F4B9-4039-8D0D-3D5358E75A52}">
      <dgm:prSet/>
      <dgm:spPr/>
      <dgm:t>
        <a:bodyPr/>
        <a:lstStyle/>
        <a:p>
          <a:endParaRPr lang="en-US"/>
        </a:p>
      </dgm:t>
    </dgm:pt>
    <dgm:pt modelId="{1BD4C5CC-4C56-4B26-8DEA-177FC850DD35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/>
            <a:t>Decimal </a:t>
          </a:r>
          <a:r>
            <a:rPr lang="en-US" sz="1800" b="1" dirty="0">
              <a:solidFill>
                <a:srgbClr val="00B0F0"/>
              </a:solidFill>
            </a:rPr>
            <a:t>(Base-10)</a:t>
          </a:r>
        </a:p>
      </dgm:t>
    </dgm:pt>
    <dgm:pt modelId="{5E865C08-B419-4C04-8DB9-47442304944F}" type="parTrans" cxnId="{79A01031-6D2D-4E7D-8408-92C9FEC7FB1E}">
      <dgm:prSet/>
      <dgm:spPr/>
      <dgm:t>
        <a:bodyPr anchor="ctr"/>
        <a:lstStyle/>
        <a:p>
          <a:endParaRPr lang="en-US"/>
        </a:p>
      </dgm:t>
    </dgm:pt>
    <dgm:pt modelId="{4BFF8145-ADBD-4F23-8771-8F980B49E5CE}" type="sibTrans" cxnId="{79A01031-6D2D-4E7D-8408-92C9FEC7FB1E}">
      <dgm:prSet/>
      <dgm:spPr/>
      <dgm:t>
        <a:bodyPr/>
        <a:lstStyle/>
        <a:p>
          <a:endParaRPr lang="en-US" dirty="0"/>
        </a:p>
      </dgm:t>
    </dgm:pt>
    <dgm:pt modelId="{3DCFD1E9-A7FA-4A9F-9EF2-0615AE08254E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/>
            <a:t>BCD </a:t>
          </a:r>
          <a:r>
            <a:rPr lang="en-US" sz="2000" b="1" dirty="0">
              <a:solidFill>
                <a:srgbClr val="00B0F0"/>
              </a:solidFill>
            </a:rPr>
            <a:t>(Binary Coded Decimal)</a:t>
          </a:r>
        </a:p>
      </dgm:t>
    </dgm:pt>
    <dgm:pt modelId="{A2168FE0-44B3-4E15-89A2-E9BD3A421954}" type="parTrans" cxnId="{D44AB41C-F7FF-4FFF-B534-BF1A02A4E333}">
      <dgm:prSet/>
      <dgm:spPr/>
      <dgm:t>
        <a:bodyPr/>
        <a:lstStyle/>
        <a:p>
          <a:endParaRPr lang="en-US"/>
        </a:p>
      </dgm:t>
    </dgm:pt>
    <dgm:pt modelId="{40AD05F4-7117-4EDC-A9EA-4E6C3B66F819}" type="sibTrans" cxnId="{D44AB41C-F7FF-4FFF-B534-BF1A02A4E333}">
      <dgm:prSet/>
      <dgm:spPr/>
      <dgm:t>
        <a:bodyPr/>
        <a:lstStyle/>
        <a:p>
          <a:endParaRPr lang="en-US"/>
        </a:p>
      </dgm:t>
    </dgm:pt>
    <dgm:pt modelId="{EC4D2BF1-1F5E-4576-814C-2C26CD80A593}" type="pres">
      <dgm:prSet presAssocID="{8234FD96-679B-49CF-860E-64E270E9311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DFDDE08-D091-4888-8A6B-6E7D4426648C}" type="pres">
      <dgm:prSet presAssocID="{D4328814-3021-4616-89C6-57EFB5EF4EB4}" presName="hierRoot1" presStyleCnt="0">
        <dgm:presLayoutVars>
          <dgm:hierBranch/>
        </dgm:presLayoutVars>
      </dgm:prSet>
      <dgm:spPr/>
    </dgm:pt>
    <dgm:pt modelId="{AA0A2CCA-26F7-425B-A488-029141B552DA}" type="pres">
      <dgm:prSet presAssocID="{D4328814-3021-4616-89C6-57EFB5EF4EB4}" presName="rootComposite1" presStyleCnt="0"/>
      <dgm:spPr/>
    </dgm:pt>
    <dgm:pt modelId="{CF1260E4-BE90-45DB-9B4E-E38152830BFC}" type="pres">
      <dgm:prSet presAssocID="{D4328814-3021-4616-89C6-57EFB5EF4EB4}" presName="rootText1" presStyleLbl="node0" presStyleIdx="0" presStyleCnt="1" custScaleX="43908" custScaleY="38971" custLinFactNeighborX="1941" custLinFactNeighborY="-13043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7A22EA00-8C40-497C-AE65-B42B619E122C}" type="pres">
      <dgm:prSet presAssocID="{D4328814-3021-4616-89C6-57EFB5EF4EB4}" presName="rootConnector1" presStyleLbl="node1" presStyleIdx="0" presStyleCnt="0"/>
      <dgm:spPr/>
      <dgm:t>
        <a:bodyPr/>
        <a:lstStyle/>
        <a:p>
          <a:endParaRPr lang="en-US"/>
        </a:p>
      </dgm:t>
    </dgm:pt>
    <dgm:pt modelId="{9E7D3491-3947-4795-B48C-86A680F5DD3D}" type="pres">
      <dgm:prSet presAssocID="{D4328814-3021-4616-89C6-57EFB5EF4EB4}" presName="hierChild2" presStyleCnt="0"/>
      <dgm:spPr/>
    </dgm:pt>
    <dgm:pt modelId="{F54122E4-D6AB-47BF-8D7A-5DAC5FD4BBB2}" type="pres">
      <dgm:prSet presAssocID="{7F29BC5A-E74E-4FBC-A635-E30C59876383}" presName="Name35" presStyleLbl="parChTrans1D2" presStyleIdx="0" presStyleCnt="5"/>
      <dgm:spPr/>
      <dgm:t>
        <a:bodyPr/>
        <a:lstStyle/>
        <a:p>
          <a:endParaRPr lang="en-US"/>
        </a:p>
      </dgm:t>
    </dgm:pt>
    <dgm:pt modelId="{B0A7A665-F611-4AE3-92A0-1CDE1EF4CE96}" type="pres">
      <dgm:prSet presAssocID="{F7159EB9-ABA3-4639-85A8-61F10426BB72}" presName="hierRoot2" presStyleCnt="0">
        <dgm:presLayoutVars>
          <dgm:hierBranch val="init"/>
        </dgm:presLayoutVars>
      </dgm:prSet>
      <dgm:spPr/>
    </dgm:pt>
    <dgm:pt modelId="{086AF100-EC8E-43D6-8537-6D82E1DD207D}" type="pres">
      <dgm:prSet presAssocID="{F7159EB9-ABA3-4639-85A8-61F10426BB72}" presName="rootComposite" presStyleCnt="0"/>
      <dgm:spPr/>
    </dgm:pt>
    <dgm:pt modelId="{60EADFBD-2F05-4799-BB78-CD3147D4A503}" type="pres">
      <dgm:prSet presAssocID="{F7159EB9-ABA3-4639-85A8-61F10426BB72}" presName="rootText" presStyleLbl="node2" presStyleIdx="0" presStyleCnt="5" custScaleX="34526" custScaleY="41149" custLinFactNeighborX="13201" custLinFactNeighborY="9070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1BC7DF54-AE70-4983-B7AA-4F0946CAD1B8}" type="pres">
      <dgm:prSet presAssocID="{F7159EB9-ABA3-4639-85A8-61F10426BB72}" presName="rootConnector" presStyleLbl="node2" presStyleIdx="0" presStyleCnt="5"/>
      <dgm:spPr/>
      <dgm:t>
        <a:bodyPr/>
        <a:lstStyle/>
        <a:p>
          <a:endParaRPr lang="en-US"/>
        </a:p>
      </dgm:t>
    </dgm:pt>
    <dgm:pt modelId="{FB2879BE-E922-401D-9B51-42926B3B01D7}" type="pres">
      <dgm:prSet presAssocID="{F7159EB9-ABA3-4639-85A8-61F10426BB72}" presName="hierChild4" presStyleCnt="0"/>
      <dgm:spPr/>
    </dgm:pt>
    <dgm:pt modelId="{8452373D-5380-4C0E-AC92-26CF063B79E5}" type="pres">
      <dgm:prSet presAssocID="{F7159EB9-ABA3-4639-85A8-61F10426BB72}" presName="hierChild5" presStyleCnt="0"/>
      <dgm:spPr/>
    </dgm:pt>
    <dgm:pt modelId="{3086EDE1-4EC9-4C69-9FD3-6B106CFA773C}" type="pres">
      <dgm:prSet presAssocID="{A2168FE0-44B3-4E15-89A2-E9BD3A421954}" presName="Name35" presStyleLbl="parChTrans1D2" presStyleIdx="1" presStyleCnt="5"/>
      <dgm:spPr/>
      <dgm:t>
        <a:bodyPr/>
        <a:lstStyle/>
        <a:p>
          <a:endParaRPr lang="en-US"/>
        </a:p>
      </dgm:t>
    </dgm:pt>
    <dgm:pt modelId="{0414A90A-6FA6-4713-A1DD-C89165F8FCDB}" type="pres">
      <dgm:prSet presAssocID="{3DCFD1E9-A7FA-4A9F-9EF2-0615AE08254E}" presName="hierRoot2" presStyleCnt="0">
        <dgm:presLayoutVars>
          <dgm:hierBranch val="init"/>
        </dgm:presLayoutVars>
      </dgm:prSet>
      <dgm:spPr/>
    </dgm:pt>
    <dgm:pt modelId="{DF26979D-7F75-4BDF-884A-3A0B01697553}" type="pres">
      <dgm:prSet presAssocID="{3DCFD1E9-A7FA-4A9F-9EF2-0615AE08254E}" presName="rootComposite" presStyleCnt="0"/>
      <dgm:spPr/>
    </dgm:pt>
    <dgm:pt modelId="{A6048C4B-B73E-4ACD-9AC3-BB0DA33F460E}" type="pres">
      <dgm:prSet presAssocID="{3DCFD1E9-A7FA-4A9F-9EF2-0615AE08254E}" presName="rootText" presStyleLbl="node2" presStyleIdx="1" presStyleCnt="5" custScaleX="64068" custScaleY="41149" custLinFactNeighborX="5267" custLinFactNeighborY="9730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948A039C-C1DC-4CE0-BEA5-5DEB1C5009DF}" type="pres">
      <dgm:prSet presAssocID="{3DCFD1E9-A7FA-4A9F-9EF2-0615AE08254E}" presName="rootConnector" presStyleLbl="node2" presStyleIdx="1" presStyleCnt="5"/>
      <dgm:spPr/>
      <dgm:t>
        <a:bodyPr/>
        <a:lstStyle/>
        <a:p>
          <a:endParaRPr lang="en-US"/>
        </a:p>
      </dgm:t>
    </dgm:pt>
    <dgm:pt modelId="{F7D12295-2E5E-4819-90FE-8CDBEF6C3B9F}" type="pres">
      <dgm:prSet presAssocID="{3DCFD1E9-A7FA-4A9F-9EF2-0615AE08254E}" presName="hierChild4" presStyleCnt="0"/>
      <dgm:spPr/>
    </dgm:pt>
    <dgm:pt modelId="{7F48480C-3F6C-4532-ADA4-C26F94AA20DF}" type="pres">
      <dgm:prSet presAssocID="{3DCFD1E9-A7FA-4A9F-9EF2-0615AE08254E}" presName="hierChild5" presStyleCnt="0"/>
      <dgm:spPr/>
    </dgm:pt>
    <dgm:pt modelId="{DB24004B-217E-4835-AC69-684557341538}" type="pres">
      <dgm:prSet presAssocID="{1D4FA8EA-8A7F-4B5A-8E8F-F4DD753B877D}" presName="Name35" presStyleLbl="parChTrans1D2" presStyleIdx="2" presStyleCnt="5"/>
      <dgm:spPr/>
      <dgm:t>
        <a:bodyPr/>
        <a:lstStyle/>
        <a:p>
          <a:endParaRPr lang="en-US"/>
        </a:p>
      </dgm:t>
    </dgm:pt>
    <dgm:pt modelId="{CCD1C13F-9BAB-4EF2-8812-8562A008A6EF}" type="pres">
      <dgm:prSet presAssocID="{81EEFA02-1132-4CFF-87C6-BB580BD04158}" presName="hierRoot2" presStyleCnt="0">
        <dgm:presLayoutVars>
          <dgm:hierBranch val="init"/>
        </dgm:presLayoutVars>
      </dgm:prSet>
      <dgm:spPr/>
    </dgm:pt>
    <dgm:pt modelId="{BC07ED54-36F4-4CA4-86C6-A4410D508120}" type="pres">
      <dgm:prSet presAssocID="{81EEFA02-1132-4CFF-87C6-BB580BD04158}" presName="rootComposite" presStyleCnt="0"/>
      <dgm:spPr/>
    </dgm:pt>
    <dgm:pt modelId="{BD72B587-CEB3-4BE0-B003-48D3F20C1CA2}" type="pres">
      <dgm:prSet presAssocID="{81EEFA02-1132-4CFF-87C6-BB580BD04158}" presName="rootText" presStyleLbl="node2" presStyleIdx="2" presStyleCnt="5" custScaleX="32025" custScaleY="40966" custLinFactNeighborX="-5528" custLinFactNeighborY="9913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613F021C-F021-4A62-AE40-52CF6A57375A}" type="pres">
      <dgm:prSet presAssocID="{81EEFA02-1132-4CFF-87C6-BB580BD04158}" presName="rootConnector" presStyleLbl="node2" presStyleIdx="2" presStyleCnt="5"/>
      <dgm:spPr/>
      <dgm:t>
        <a:bodyPr/>
        <a:lstStyle/>
        <a:p>
          <a:endParaRPr lang="en-US"/>
        </a:p>
      </dgm:t>
    </dgm:pt>
    <dgm:pt modelId="{ABF26043-902B-4CBC-B1B4-F24E2495D30E}" type="pres">
      <dgm:prSet presAssocID="{81EEFA02-1132-4CFF-87C6-BB580BD04158}" presName="hierChild4" presStyleCnt="0"/>
      <dgm:spPr/>
    </dgm:pt>
    <dgm:pt modelId="{5975C210-C82A-4E2A-97D8-2F87888F2486}" type="pres">
      <dgm:prSet presAssocID="{81EEFA02-1132-4CFF-87C6-BB580BD04158}" presName="hierChild5" presStyleCnt="0"/>
      <dgm:spPr/>
    </dgm:pt>
    <dgm:pt modelId="{224F8CCB-B370-4186-8CE4-CAB7342353F9}" type="pres">
      <dgm:prSet presAssocID="{5E865C08-B419-4C04-8DB9-47442304944F}" presName="Name35" presStyleLbl="parChTrans1D2" presStyleIdx="3" presStyleCnt="5"/>
      <dgm:spPr/>
      <dgm:t>
        <a:bodyPr/>
        <a:lstStyle/>
        <a:p>
          <a:endParaRPr lang="en-US"/>
        </a:p>
      </dgm:t>
    </dgm:pt>
    <dgm:pt modelId="{69C6E7BD-279E-40FF-B80E-2B8F6DFCDE77}" type="pres">
      <dgm:prSet presAssocID="{1BD4C5CC-4C56-4B26-8DEA-177FC850DD35}" presName="hierRoot2" presStyleCnt="0">
        <dgm:presLayoutVars>
          <dgm:hierBranch val="init"/>
        </dgm:presLayoutVars>
      </dgm:prSet>
      <dgm:spPr/>
    </dgm:pt>
    <dgm:pt modelId="{0840F086-A6E6-4778-81E2-CB3D48432D9A}" type="pres">
      <dgm:prSet presAssocID="{1BD4C5CC-4C56-4B26-8DEA-177FC850DD35}" presName="rootComposite" presStyleCnt="0"/>
      <dgm:spPr/>
    </dgm:pt>
    <dgm:pt modelId="{FE68AB73-7111-4270-AA51-9AFC7BA4F1EB}" type="pres">
      <dgm:prSet presAssocID="{1BD4C5CC-4C56-4B26-8DEA-177FC850DD35}" presName="rootText" presStyleLbl="node2" presStyleIdx="3" presStyleCnt="5" custScaleX="35898" custScaleY="41149" custLinFactNeighborX="-15561" custLinFactNeighborY="9730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DD5AA1BA-ACC2-41BB-ABAE-38F3F7315C7F}" type="pres">
      <dgm:prSet presAssocID="{1BD4C5CC-4C56-4B26-8DEA-177FC850DD35}" presName="rootConnector" presStyleLbl="node2" presStyleIdx="3" presStyleCnt="5"/>
      <dgm:spPr/>
      <dgm:t>
        <a:bodyPr/>
        <a:lstStyle/>
        <a:p>
          <a:endParaRPr lang="en-US"/>
        </a:p>
      </dgm:t>
    </dgm:pt>
    <dgm:pt modelId="{B3324CC0-C9B3-4CCE-A37B-A638F0063757}" type="pres">
      <dgm:prSet presAssocID="{1BD4C5CC-4C56-4B26-8DEA-177FC850DD35}" presName="hierChild4" presStyleCnt="0"/>
      <dgm:spPr/>
    </dgm:pt>
    <dgm:pt modelId="{7598A591-3939-4BCD-BBB1-5949E1E3DE5E}" type="pres">
      <dgm:prSet presAssocID="{1BD4C5CC-4C56-4B26-8DEA-177FC850DD35}" presName="hierChild5" presStyleCnt="0"/>
      <dgm:spPr/>
    </dgm:pt>
    <dgm:pt modelId="{A4F2F935-3747-4925-BF5F-B26B6D241E6B}" type="pres">
      <dgm:prSet presAssocID="{6B1C9AB9-B699-4686-9AF0-51072A7A5B1A}" presName="Name35" presStyleLbl="parChTrans1D2" presStyleIdx="4" presStyleCnt="5"/>
      <dgm:spPr/>
      <dgm:t>
        <a:bodyPr/>
        <a:lstStyle/>
        <a:p>
          <a:endParaRPr lang="en-US"/>
        </a:p>
      </dgm:t>
    </dgm:pt>
    <dgm:pt modelId="{557F0E0E-C212-4D6A-A144-052FDC2549D8}" type="pres">
      <dgm:prSet presAssocID="{0A23134F-78E1-4930-8DC9-763A6EE1C6FF}" presName="hierRoot2" presStyleCnt="0">
        <dgm:presLayoutVars>
          <dgm:hierBranch val="init"/>
        </dgm:presLayoutVars>
      </dgm:prSet>
      <dgm:spPr/>
    </dgm:pt>
    <dgm:pt modelId="{AD4B9315-36C1-474A-9819-110BC59A3A9D}" type="pres">
      <dgm:prSet presAssocID="{0A23134F-78E1-4930-8DC9-763A6EE1C6FF}" presName="rootComposite" presStyleCnt="0"/>
      <dgm:spPr/>
    </dgm:pt>
    <dgm:pt modelId="{AC9D62FE-02EC-4A67-A5AE-3A8BDF601731}" type="pres">
      <dgm:prSet presAssocID="{0A23134F-78E1-4930-8DC9-763A6EE1C6FF}" presName="rootText" presStyleLbl="node2" presStyleIdx="4" presStyleCnt="5" custScaleX="47081" custScaleY="41623" custLinFactNeighborX="-16609" custLinFactNeighborY="9256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7F3DA3A7-3237-4CEC-B2B2-3C97FCE6D838}" type="pres">
      <dgm:prSet presAssocID="{0A23134F-78E1-4930-8DC9-763A6EE1C6FF}" presName="rootConnector" presStyleLbl="node2" presStyleIdx="4" presStyleCnt="5"/>
      <dgm:spPr/>
      <dgm:t>
        <a:bodyPr/>
        <a:lstStyle/>
        <a:p>
          <a:endParaRPr lang="en-US"/>
        </a:p>
      </dgm:t>
    </dgm:pt>
    <dgm:pt modelId="{85CACF2B-13DC-4E41-B79E-8E697E5E2CC1}" type="pres">
      <dgm:prSet presAssocID="{0A23134F-78E1-4930-8DC9-763A6EE1C6FF}" presName="hierChild4" presStyleCnt="0"/>
      <dgm:spPr/>
    </dgm:pt>
    <dgm:pt modelId="{29B33A84-D9A9-4D20-A66D-34470EE9DA03}" type="pres">
      <dgm:prSet presAssocID="{0A23134F-78E1-4930-8DC9-763A6EE1C6FF}" presName="hierChild5" presStyleCnt="0"/>
      <dgm:spPr/>
    </dgm:pt>
    <dgm:pt modelId="{6450822A-D9B5-4990-B9DA-2DAE041CEC8E}" type="pres">
      <dgm:prSet presAssocID="{D4328814-3021-4616-89C6-57EFB5EF4EB4}" presName="hierChild3" presStyleCnt="0"/>
      <dgm:spPr/>
    </dgm:pt>
  </dgm:ptLst>
  <dgm:cxnLst>
    <dgm:cxn modelId="{5DF9ABC9-E215-4EEB-9872-B22F24D3DD19}" type="presOf" srcId="{0A23134F-78E1-4930-8DC9-763A6EE1C6FF}" destId="{AC9D62FE-02EC-4A67-A5AE-3A8BDF601731}" srcOrd="0" destOrd="0" presId="urn:microsoft.com/office/officeart/2005/8/layout/orgChart1"/>
    <dgm:cxn modelId="{6E795382-E056-4EA9-966C-A858824F826C}" type="presOf" srcId="{0A23134F-78E1-4930-8DC9-763A6EE1C6FF}" destId="{7F3DA3A7-3237-4CEC-B2B2-3C97FCE6D838}" srcOrd="1" destOrd="0" presId="urn:microsoft.com/office/officeart/2005/8/layout/orgChart1"/>
    <dgm:cxn modelId="{C4BAFA3B-E2FB-4236-A014-2F719747E813}" srcId="{D4328814-3021-4616-89C6-57EFB5EF4EB4}" destId="{0A23134F-78E1-4930-8DC9-763A6EE1C6FF}" srcOrd="4" destOrd="0" parTransId="{6B1C9AB9-B699-4686-9AF0-51072A7A5B1A}" sibTransId="{6021C5F0-59F4-419A-8B4E-CDCC31F91E46}"/>
    <dgm:cxn modelId="{15847B54-B547-411A-B583-C6003D738D95}" type="presOf" srcId="{1BD4C5CC-4C56-4B26-8DEA-177FC850DD35}" destId="{FE68AB73-7111-4270-AA51-9AFC7BA4F1EB}" srcOrd="0" destOrd="0" presId="urn:microsoft.com/office/officeart/2005/8/layout/orgChart1"/>
    <dgm:cxn modelId="{A4B4A776-4211-4AC1-AC59-85E14D3B537C}" type="presOf" srcId="{D4328814-3021-4616-89C6-57EFB5EF4EB4}" destId="{7A22EA00-8C40-497C-AE65-B42B619E122C}" srcOrd="1" destOrd="0" presId="urn:microsoft.com/office/officeart/2005/8/layout/orgChart1"/>
    <dgm:cxn modelId="{EA95F403-D150-4660-8414-9DDDA4206777}" type="presOf" srcId="{7F29BC5A-E74E-4FBC-A635-E30C59876383}" destId="{F54122E4-D6AB-47BF-8D7A-5DAC5FD4BBB2}" srcOrd="0" destOrd="0" presId="urn:microsoft.com/office/officeart/2005/8/layout/orgChart1"/>
    <dgm:cxn modelId="{79A01031-6D2D-4E7D-8408-92C9FEC7FB1E}" srcId="{D4328814-3021-4616-89C6-57EFB5EF4EB4}" destId="{1BD4C5CC-4C56-4B26-8DEA-177FC850DD35}" srcOrd="3" destOrd="0" parTransId="{5E865C08-B419-4C04-8DB9-47442304944F}" sibTransId="{4BFF8145-ADBD-4F23-8771-8F980B49E5CE}"/>
    <dgm:cxn modelId="{D44AB41C-F7FF-4FFF-B534-BF1A02A4E333}" srcId="{D4328814-3021-4616-89C6-57EFB5EF4EB4}" destId="{3DCFD1E9-A7FA-4A9F-9EF2-0615AE08254E}" srcOrd="1" destOrd="0" parTransId="{A2168FE0-44B3-4E15-89A2-E9BD3A421954}" sibTransId="{40AD05F4-7117-4EDC-A9EA-4E6C3B66F819}"/>
    <dgm:cxn modelId="{270283C6-13F2-4E0D-9144-77B501ED3557}" type="presOf" srcId="{81EEFA02-1132-4CFF-87C6-BB580BD04158}" destId="{613F021C-F021-4A62-AE40-52CF6A57375A}" srcOrd="1" destOrd="0" presId="urn:microsoft.com/office/officeart/2005/8/layout/orgChart1"/>
    <dgm:cxn modelId="{876039DD-183B-4820-9CFF-83066C10317E}" type="presOf" srcId="{1D4FA8EA-8A7F-4B5A-8E8F-F4DD753B877D}" destId="{DB24004B-217E-4835-AC69-684557341538}" srcOrd="0" destOrd="0" presId="urn:microsoft.com/office/officeart/2005/8/layout/orgChart1"/>
    <dgm:cxn modelId="{C8CA0BA0-AA48-4979-986F-174D4356DF9A}" type="presOf" srcId="{F7159EB9-ABA3-4639-85A8-61F10426BB72}" destId="{1BC7DF54-AE70-4983-B7AA-4F0946CAD1B8}" srcOrd="1" destOrd="0" presId="urn:microsoft.com/office/officeart/2005/8/layout/orgChart1"/>
    <dgm:cxn modelId="{445B468B-F4B9-4039-8D0D-3D5358E75A52}" srcId="{D4328814-3021-4616-89C6-57EFB5EF4EB4}" destId="{81EEFA02-1132-4CFF-87C6-BB580BD04158}" srcOrd="2" destOrd="0" parTransId="{1D4FA8EA-8A7F-4B5A-8E8F-F4DD753B877D}" sibTransId="{413EB100-A409-48EC-ACAB-3C59975FA5FB}"/>
    <dgm:cxn modelId="{3D7B5F66-76FD-4421-B9A3-32FA0B197255}" type="presOf" srcId="{6B1C9AB9-B699-4686-9AF0-51072A7A5B1A}" destId="{A4F2F935-3747-4925-BF5F-B26B6D241E6B}" srcOrd="0" destOrd="0" presId="urn:microsoft.com/office/officeart/2005/8/layout/orgChart1"/>
    <dgm:cxn modelId="{75D6925C-6439-4025-92CA-10CCA2163A81}" type="presOf" srcId="{8234FD96-679B-49CF-860E-64E270E93112}" destId="{EC4D2BF1-1F5E-4576-814C-2C26CD80A593}" srcOrd="0" destOrd="0" presId="urn:microsoft.com/office/officeart/2005/8/layout/orgChart1"/>
    <dgm:cxn modelId="{C8D2E6EB-E873-4515-85E8-71DB82207F75}" srcId="{D4328814-3021-4616-89C6-57EFB5EF4EB4}" destId="{F7159EB9-ABA3-4639-85A8-61F10426BB72}" srcOrd="0" destOrd="0" parTransId="{7F29BC5A-E74E-4FBC-A635-E30C59876383}" sibTransId="{55F06A7B-34B3-4F17-BF40-47DF33BE008C}"/>
    <dgm:cxn modelId="{A1715F97-3662-46EE-9730-D18E3491DFE5}" srcId="{8234FD96-679B-49CF-860E-64E270E93112}" destId="{D4328814-3021-4616-89C6-57EFB5EF4EB4}" srcOrd="0" destOrd="0" parTransId="{44F50C7B-675E-4BA3-85A4-F6AA0026090D}" sibTransId="{306F5138-DB40-4C6C-B47B-57D3E577AFAD}"/>
    <dgm:cxn modelId="{3D91F238-740E-4BA9-BB63-4FAA098613BC}" type="presOf" srcId="{A2168FE0-44B3-4E15-89A2-E9BD3A421954}" destId="{3086EDE1-4EC9-4C69-9FD3-6B106CFA773C}" srcOrd="0" destOrd="0" presId="urn:microsoft.com/office/officeart/2005/8/layout/orgChart1"/>
    <dgm:cxn modelId="{6CADC816-BD28-495F-9E1C-98E40992FCDD}" type="presOf" srcId="{3DCFD1E9-A7FA-4A9F-9EF2-0615AE08254E}" destId="{A6048C4B-B73E-4ACD-9AC3-BB0DA33F460E}" srcOrd="0" destOrd="0" presId="urn:microsoft.com/office/officeart/2005/8/layout/orgChart1"/>
    <dgm:cxn modelId="{1876084D-0187-4CD8-81EF-6AD968944319}" type="presOf" srcId="{D4328814-3021-4616-89C6-57EFB5EF4EB4}" destId="{CF1260E4-BE90-45DB-9B4E-E38152830BFC}" srcOrd="0" destOrd="0" presId="urn:microsoft.com/office/officeart/2005/8/layout/orgChart1"/>
    <dgm:cxn modelId="{C476D55F-FDE8-4DE0-8954-03DF0DE9FEB6}" type="presOf" srcId="{81EEFA02-1132-4CFF-87C6-BB580BD04158}" destId="{BD72B587-CEB3-4BE0-B003-48D3F20C1CA2}" srcOrd="0" destOrd="0" presId="urn:microsoft.com/office/officeart/2005/8/layout/orgChart1"/>
    <dgm:cxn modelId="{3705643D-2C20-40DE-B005-1019C5812AC6}" type="presOf" srcId="{1BD4C5CC-4C56-4B26-8DEA-177FC850DD35}" destId="{DD5AA1BA-ACC2-41BB-ABAE-38F3F7315C7F}" srcOrd="1" destOrd="0" presId="urn:microsoft.com/office/officeart/2005/8/layout/orgChart1"/>
    <dgm:cxn modelId="{15CB54DF-4C3D-4905-A2D3-45D2D14F9D2B}" type="presOf" srcId="{5E865C08-B419-4C04-8DB9-47442304944F}" destId="{224F8CCB-B370-4186-8CE4-CAB7342353F9}" srcOrd="0" destOrd="0" presId="urn:microsoft.com/office/officeart/2005/8/layout/orgChart1"/>
    <dgm:cxn modelId="{72F0E257-698C-40A2-9E50-826D47DED4ED}" type="presOf" srcId="{F7159EB9-ABA3-4639-85A8-61F10426BB72}" destId="{60EADFBD-2F05-4799-BB78-CD3147D4A503}" srcOrd="0" destOrd="0" presId="urn:microsoft.com/office/officeart/2005/8/layout/orgChart1"/>
    <dgm:cxn modelId="{CEC8D608-70F8-41D6-BF1F-F8170CEDF327}" type="presOf" srcId="{3DCFD1E9-A7FA-4A9F-9EF2-0615AE08254E}" destId="{948A039C-C1DC-4CE0-BEA5-5DEB1C5009DF}" srcOrd="1" destOrd="0" presId="urn:microsoft.com/office/officeart/2005/8/layout/orgChart1"/>
    <dgm:cxn modelId="{A52F006D-19A5-4122-8C04-16D6B5CCBF91}" type="presParOf" srcId="{EC4D2BF1-1F5E-4576-814C-2C26CD80A593}" destId="{EDFDDE08-D091-4888-8A6B-6E7D4426648C}" srcOrd="0" destOrd="0" presId="urn:microsoft.com/office/officeart/2005/8/layout/orgChart1"/>
    <dgm:cxn modelId="{269E451C-A593-46EB-982E-2AB3F0C8D0CB}" type="presParOf" srcId="{EDFDDE08-D091-4888-8A6B-6E7D4426648C}" destId="{AA0A2CCA-26F7-425B-A488-029141B552DA}" srcOrd="0" destOrd="0" presId="urn:microsoft.com/office/officeart/2005/8/layout/orgChart1"/>
    <dgm:cxn modelId="{87B3B642-78F3-42E8-971F-9599E148C41C}" type="presParOf" srcId="{AA0A2CCA-26F7-425B-A488-029141B552DA}" destId="{CF1260E4-BE90-45DB-9B4E-E38152830BFC}" srcOrd="0" destOrd="0" presId="urn:microsoft.com/office/officeart/2005/8/layout/orgChart1"/>
    <dgm:cxn modelId="{39772CE5-7798-4B14-8C20-FAB7D81DD052}" type="presParOf" srcId="{AA0A2CCA-26F7-425B-A488-029141B552DA}" destId="{7A22EA00-8C40-497C-AE65-B42B619E122C}" srcOrd="1" destOrd="0" presId="urn:microsoft.com/office/officeart/2005/8/layout/orgChart1"/>
    <dgm:cxn modelId="{6BC865CB-ABBC-493D-8CAF-41057364A650}" type="presParOf" srcId="{EDFDDE08-D091-4888-8A6B-6E7D4426648C}" destId="{9E7D3491-3947-4795-B48C-86A680F5DD3D}" srcOrd="1" destOrd="0" presId="urn:microsoft.com/office/officeart/2005/8/layout/orgChart1"/>
    <dgm:cxn modelId="{78E4D64C-BF27-40DB-A02B-3C265984569A}" type="presParOf" srcId="{9E7D3491-3947-4795-B48C-86A680F5DD3D}" destId="{F54122E4-D6AB-47BF-8D7A-5DAC5FD4BBB2}" srcOrd="0" destOrd="0" presId="urn:microsoft.com/office/officeart/2005/8/layout/orgChart1"/>
    <dgm:cxn modelId="{4A927A96-2794-4FBC-9513-7D234422BD2B}" type="presParOf" srcId="{9E7D3491-3947-4795-B48C-86A680F5DD3D}" destId="{B0A7A665-F611-4AE3-92A0-1CDE1EF4CE96}" srcOrd="1" destOrd="0" presId="urn:microsoft.com/office/officeart/2005/8/layout/orgChart1"/>
    <dgm:cxn modelId="{B67AC0EA-44D1-41D0-A8F3-E1568DA1F668}" type="presParOf" srcId="{B0A7A665-F611-4AE3-92A0-1CDE1EF4CE96}" destId="{086AF100-EC8E-43D6-8537-6D82E1DD207D}" srcOrd="0" destOrd="0" presId="urn:microsoft.com/office/officeart/2005/8/layout/orgChart1"/>
    <dgm:cxn modelId="{329753EC-9874-40D5-9313-CB61CCE9F2EE}" type="presParOf" srcId="{086AF100-EC8E-43D6-8537-6D82E1DD207D}" destId="{60EADFBD-2F05-4799-BB78-CD3147D4A503}" srcOrd="0" destOrd="0" presId="urn:microsoft.com/office/officeart/2005/8/layout/orgChart1"/>
    <dgm:cxn modelId="{082ECD29-16E7-4FCB-8060-F06EBF84B308}" type="presParOf" srcId="{086AF100-EC8E-43D6-8537-6D82E1DD207D}" destId="{1BC7DF54-AE70-4983-B7AA-4F0946CAD1B8}" srcOrd="1" destOrd="0" presId="urn:microsoft.com/office/officeart/2005/8/layout/orgChart1"/>
    <dgm:cxn modelId="{C51D1392-8429-4404-9495-88959CC469E6}" type="presParOf" srcId="{B0A7A665-F611-4AE3-92A0-1CDE1EF4CE96}" destId="{FB2879BE-E922-401D-9B51-42926B3B01D7}" srcOrd="1" destOrd="0" presId="urn:microsoft.com/office/officeart/2005/8/layout/orgChart1"/>
    <dgm:cxn modelId="{644BE54E-FF74-4157-A682-6C9B4849CEF0}" type="presParOf" srcId="{B0A7A665-F611-4AE3-92A0-1CDE1EF4CE96}" destId="{8452373D-5380-4C0E-AC92-26CF063B79E5}" srcOrd="2" destOrd="0" presId="urn:microsoft.com/office/officeart/2005/8/layout/orgChart1"/>
    <dgm:cxn modelId="{FAA121F2-E7E7-48BC-ADE9-A518119E4405}" type="presParOf" srcId="{9E7D3491-3947-4795-B48C-86A680F5DD3D}" destId="{3086EDE1-4EC9-4C69-9FD3-6B106CFA773C}" srcOrd="2" destOrd="0" presId="urn:microsoft.com/office/officeart/2005/8/layout/orgChart1"/>
    <dgm:cxn modelId="{98FAB9F4-0D78-49F7-8F88-86DE85D387B7}" type="presParOf" srcId="{9E7D3491-3947-4795-B48C-86A680F5DD3D}" destId="{0414A90A-6FA6-4713-A1DD-C89165F8FCDB}" srcOrd="3" destOrd="0" presId="urn:microsoft.com/office/officeart/2005/8/layout/orgChart1"/>
    <dgm:cxn modelId="{686A19FC-E07A-4EFF-BDA8-8A0D19940C69}" type="presParOf" srcId="{0414A90A-6FA6-4713-A1DD-C89165F8FCDB}" destId="{DF26979D-7F75-4BDF-884A-3A0B01697553}" srcOrd="0" destOrd="0" presId="urn:microsoft.com/office/officeart/2005/8/layout/orgChart1"/>
    <dgm:cxn modelId="{0582325C-9849-48CF-B36F-9B2FBB04A899}" type="presParOf" srcId="{DF26979D-7F75-4BDF-884A-3A0B01697553}" destId="{A6048C4B-B73E-4ACD-9AC3-BB0DA33F460E}" srcOrd="0" destOrd="0" presId="urn:microsoft.com/office/officeart/2005/8/layout/orgChart1"/>
    <dgm:cxn modelId="{A28A7664-3399-4E02-B485-90A71AEBE6D7}" type="presParOf" srcId="{DF26979D-7F75-4BDF-884A-3A0B01697553}" destId="{948A039C-C1DC-4CE0-BEA5-5DEB1C5009DF}" srcOrd="1" destOrd="0" presId="urn:microsoft.com/office/officeart/2005/8/layout/orgChart1"/>
    <dgm:cxn modelId="{80A434AD-A1F9-4BC4-8A72-077CA47A4637}" type="presParOf" srcId="{0414A90A-6FA6-4713-A1DD-C89165F8FCDB}" destId="{F7D12295-2E5E-4819-90FE-8CDBEF6C3B9F}" srcOrd="1" destOrd="0" presId="urn:microsoft.com/office/officeart/2005/8/layout/orgChart1"/>
    <dgm:cxn modelId="{6AB2BD13-F04D-4FE3-B324-B644F7D1C81C}" type="presParOf" srcId="{0414A90A-6FA6-4713-A1DD-C89165F8FCDB}" destId="{7F48480C-3F6C-4532-ADA4-C26F94AA20DF}" srcOrd="2" destOrd="0" presId="urn:microsoft.com/office/officeart/2005/8/layout/orgChart1"/>
    <dgm:cxn modelId="{1DA19634-3082-4087-A4BF-248942F65A55}" type="presParOf" srcId="{9E7D3491-3947-4795-B48C-86A680F5DD3D}" destId="{DB24004B-217E-4835-AC69-684557341538}" srcOrd="4" destOrd="0" presId="urn:microsoft.com/office/officeart/2005/8/layout/orgChart1"/>
    <dgm:cxn modelId="{6B36CDDE-E0D7-4F64-B9AD-94C9490C33C6}" type="presParOf" srcId="{9E7D3491-3947-4795-B48C-86A680F5DD3D}" destId="{CCD1C13F-9BAB-4EF2-8812-8562A008A6EF}" srcOrd="5" destOrd="0" presId="urn:microsoft.com/office/officeart/2005/8/layout/orgChart1"/>
    <dgm:cxn modelId="{E048F7D9-6FA1-4FA1-BD85-3CD3C88BAE71}" type="presParOf" srcId="{CCD1C13F-9BAB-4EF2-8812-8562A008A6EF}" destId="{BC07ED54-36F4-4CA4-86C6-A4410D508120}" srcOrd="0" destOrd="0" presId="urn:microsoft.com/office/officeart/2005/8/layout/orgChart1"/>
    <dgm:cxn modelId="{ACDEE061-0B6E-4E93-9474-255266E61C30}" type="presParOf" srcId="{BC07ED54-36F4-4CA4-86C6-A4410D508120}" destId="{BD72B587-CEB3-4BE0-B003-48D3F20C1CA2}" srcOrd="0" destOrd="0" presId="urn:microsoft.com/office/officeart/2005/8/layout/orgChart1"/>
    <dgm:cxn modelId="{AB8DC2F6-A83A-44E4-BC1B-79957802D93C}" type="presParOf" srcId="{BC07ED54-36F4-4CA4-86C6-A4410D508120}" destId="{613F021C-F021-4A62-AE40-52CF6A57375A}" srcOrd="1" destOrd="0" presId="urn:microsoft.com/office/officeart/2005/8/layout/orgChart1"/>
    <dgm:cxn modelId="{F4AE8DE7-3141-424B-9ED1-E8711E38F4A5}" type="presParOf" srcId="{CCD1C13F-9BAB-4EF2-8812-8562A008A6EF}" destId="{ABF26043-902B-4CBC-B1B4-F24E2495D30E}" srcOrd="1" destOrd="0" presId="urn:microsoft.com/office/officeart/2005/8/layout/orgChart1"/>
    <dgm:cxn modelId="{A8161A32-D9FD-4A33-B987-E250C4FCCF5F}" type="presParOf" srcId="{CCD1C13F-9BAB-4EF2-8812-8562A008A6EF}" destId="{5975C210-C82A-4E2A-97D8-2F87888F2486}" srcOrd="2" destOrd="0" presId="urn:microsoft.com/office/officeart/2005/8/layout/orgChart1"/>
    <dgm:cxn modelId="{20CC10E8-2C20-4DDB-8EEA-7163CF5D2CF1}" type="presParOf" srcId="{9E7D3491-3947-4795-B48C-86A680F5DD3D}" destId="{224F8CCB-B370-4186-8CE4-CAB7342353F9}" srcOrd="6" destOrd="0" presId="urn:microsoft.com/office/officeart/2005/8/layout/orgChart1"/>
    <dgm:cxn modelId="{A861D9F3-E3FA-43D3-9035-24DF0220D03E}" type="presParOf" srcId="{9E7D3491-3947-4795-B48C-86A680F5DD3D}" destId="{69C6E7BD-279E-40FF-B80E-2B8F6DFCDE77}" srcOrd="7" destOrd="0" presId="urn:microsoft.com/office/officeart/2005/8/layout/orgChart1"/>
    <dgm:cxn modelId="{AAB13937-1654-440E-A37D-C75986BFB0EF}" type="presParOf" srcId="{69C6E7BD-279E-40FF-B80E-2B8F6DFCDE77}" destId="{0840F086-A6E6-4778-81E2-CB3D48432D9A}" srcOrd="0" destOrd="0" presId="urn:microsoft.com/office/officeart/2005/8/layout/orgChart1"/>
    <dgm:cxn modelId="{AF6CDCA2-BA94-494A-825B-7B21AAE04305}" type="presParOf" srcId="{0840F086-A6E6-4778-81E2-CB3D48432D9A}" destId="{FE68AB73-7111-4270-AA51-9AFC7BA4F1EB}" srcOrd="0" destOrd="0" presId="urn:microsoft.com/office/officeart/2005/8/layout/orgChart1"/>
    <dgm:cxn modelId="{5279448B-9D84-4CBA-88FD-B85532C8C06E}" type="presParOf" srcId="{0840F086-A6E6-4778-81E2-CB3D48432D9A}" destId="{DD5AA1BA-ACC2-41BB-ABAE-38F3F7315C7F}" srcOrd="1" destOrd="0" presId="urn:microsoft.com/office/officeart/2005/8/layout/orgChart1"/>
    <dgm:cxn modelId="{EF4A6E4F-CD4B-4D79-BCE7-3E7CA0E11329}" type="presParOf" srcId="{69C6E7BD-279E-40FF-B80E-2B8F6DFCDE77}" destId="{B3324CC0-C9B3-4CCE-A37B-A638F0063757}" srcOrd="1" destOrd="0" presId="urn:microsoft.com/office/officeart/2005/8/layout/orgChart1"/>
    <dgm:cxn modelId="{982B72BF-AE26-4D6B-85EC-9DC6F9579654}" type="presParOf" srcId="{69C6E7BD-279E-40FF-B80E-2B8F6DFCDE77}" destId="{7598A591-3939-4BCD-BBB1-5949E1E3DE5E}" srcOrd="2" destOrd="0" presId="urn:microsoft.com/office/officeart/2005/8/layout/orgChart1"/>
    <dgm:cxn modelId="{D266062A-0863-4608-99B7-33681292D941}" type="presParOf" srcId="{9E7D3491-3947-4795-B48C-86A680F5DD3D}" destId="{A4F2F935-3747-4925-BF5F-B26B6D241E6B}" srcOrd="8" destOrd="0" presId="urn:microsoft.com/office/officeart/2005/8/layout/orgChart1"/>
    <dgm:cxn modelId="{8D2A1DBB-655D-4304-8ACC-AB75212F5F4C}" type="presParOf" srcId="{9E7D3491-3947-4795-B48C-86A680F5DD3D}" destId="{557F0E0E-C212-4D6A-A144-052FDC2549D8}" srcOrd="9" destOrd="0" presId="urn:microsoft.com/office/officeart/2005/8/layout/orgChart1"/>
    <dgm:cxn modelId="{71944CA9-6703-456D-B3F3-0FCA5A925646}" type="presParOf" srcId="{557F0E0E-C212-4D6A-A144-052FDC2549D8}" destId="{AD4B9315-36C1-474A-9819-110BC59A3A9D}" srcOrd="0" destOrd="0" presId="urn:microsoft.com/office/officeart/2005/8/layout/orgChart1"/>
    <dgm:cxn modelId="{DF062231-5DF8-4B02-A74D-A7A92AC3F21D}" type="presParOf" srcId="{AD4B9315-36C1-474A-9819-110BC59A3A9D}" destId="{AC9D62FE-02EC-4A67-A5AE-3A8BDF601731}" srcOrd="0" destOrd="0" presId="urn:microsoft.com/office/officeart/2005/8/layout/orgChart1"/>
    <dgm:cxn modelId="{87E78841-B47E-40BD-978F-1094200BF38A}" type="presParOf" srcId="{AD4B9315-36C1-474A-9819-110BC59A3A9D}" destId="{7F3DA3A7-3237-4CEC-B2B2-3C97FCE6D838}" srcOrd="1" destOrd="0" presId="urn:microsoft.com/office/officeart/2005/8/layout/orgChart1"/>
    <dgm:cxn modelId="{7E8E42A9-482C-417E-BD1E-19F5EF63209C}" type="presParOf" srcId="{557F0E0E-C212-4D6A-A144-052FDC2549D8}" destId="{85CACF2B-13DC-4E41-B79E-8E697E5E2CC1}" srcOrd="1" destOrd="0" presId="urn:microsoft.com/office/officeart/2005/8/layout/orgChart1"/>
    <dgm:cxn modelId="{C5DE572E-5BDA-4BEA-9CD1-BB644CD9D109}" type="presParOf" srcId="{557F0E0E-C212-4D6A-A144-052FDC2549D8}" destId="{29B33A84-D9A9-4D20-A66D-34470EE9DA03}" srcOrd="2" destOrd="0" presId="urn:microsoft.com/office/officeart/2005/8/layout/orgChart1"/>
    <dgm:cxn modelId="{C9991235-6B75-4045-A011-53EE1227F964}" type="presParOf" srcId="{EDFDDE08-D091-4888-8A6B-6E7D4426648C}" destId="{6450822A-D9B5-4990-B9DA-2DAE041CEC8E}" srcOrd="2" destOrd="0" presId="urn:microsoft.com/office/officeart/2005/8/layout/orgChart1"/>
  </dgm:cxnLst>
  <dgm:bg/>
  <dgm:whole>
    <a:ln>
      <a:noFill/>
    </a:ln>
  </dgm:whole>
  <dgm:extLst>
    <a:ext uri="http://schemas.microsoft.com/office/drawing/2008/diagram">
      <dsp:dataModelExt xmlns=""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69B3FC-8034-49F1-B102-41CF72365BCC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E8D8F3-5F3A-4A4D-B624-FDE1F3DC2903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sz="2000" b="1" baseline="0" dirty="0">
              <a:solidFill>
                <a:srgbClr val="7030A0"/>
              </a:solidFill>
            </a:rPr>
            <a:t>Logic Gates</a:t>
          </a:r>
        </a:p>
      </dgm:t>
    </dgm:pt>
    <dgm:pt modelId="{B9A79057-56B1-407D-9BDD-BC0113A5DFBC}" type="parTrans" cxnId="{1A8442F4-7CCE-43C4-8965-F31F8E6A6381}">
      <dgm:prSet/>
      <dgm:spPr/>
      <dgm:t>
        <a:bodyPr/>
        <a:lstStyle/>
        <a:p>
          <a:endParaRPr lang="en-US"/>
        </a:p>
      </dgm:t>
    </dgm:pt>
    <dgm:pt modelId="{9C427495-851D-4A22-843F-0A609D21D552}" type="sibTrans" cxnId="{1A8442F4-7CCE-43C4-8965-F31F8E6A6381}">
      <dgm:prSet/>
      <dgm:spPr/>
      <dgm:t>
        <a:bodyPr/>
        <a:lstStyle/>
        <a:p>
          <a:endParaRPr lang="en-US"/>
        </a:p>
      </dgm:t>
    </dgm:pt>
    <dgm:pt modelId="{CC748CC3-A0D6-4140-803E-7FE708C9400B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en-US" sz="2000" b="1" dirty="0">
              <a:solidFill>
                <a:srgbClr val="7030A0"/>
              </a:solidFill>
            </a:rPr>
            <a:t>Basic  Logic Gates</a:t>
          </a:r>
        </a:p>
      </dgm:t>
    </dgm:pt>
    <dgm:pt modelId="{4261D45D-7465-472D-B59C-167EFFA93603}" type="parTrans" cxnId="{87A618C6-6C69-462A-8488-685DC29616F0}">
      <dgm:prSet/>
      <dgm:spPr/>
      <dgm:t>
        <a:bodyPr/>
        <a:lstStyle/>
        <a:p>
          <a:endParaRPr lang="en-US"/>
        </a:p>
      </dgm:t>
    </dgm:pt>
    <dgm:pt modelId="{7FE6606D-8767-4699-8AD9-D05451CB108E}" type="sibTrans" cxnId="{87A618C6-6C69-462A-8488-685DC29616F0}">
      <dgm:prSet/>
      <dgm:spPr/>
      <dgm:t>
        <a:bodyPr/>
        <a:lstStyle/>
        <a:p>
          <a:endParaRPr lang="en-US"/>
        </a:p>
      </dgm:t>
    </dgm:pt>
    <dgm:pt modelId="{0D4FABD1-A596-408E-8EE3-F6EB1E994CD9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pPr>
            <a:lnSpc>
              <a:spcPct val="100000"/>
            </a:lnSpc>
          </a:pPr>
          <a:r>
            <a:rPr lang="en-US" sz="2000" b="1" dirty="0">
              <a:solidFill>
                <a:srgbClr val="7030A0"/>
              </a:solidFill>
            </a:rPr>
            <a:t>Universal Logic Gates </a:t>
          </a:r>
        </a:p>
      </dgm:t>
    </dgm:pt>
    <dgm:pt modelId="{B8818D02-F127-4A52-B648-1919F6F04E1B}" type="parTrans" cxnId="{6787FAEC-AA24-4BE6-96AA-D949D5949F33}">
      <dgm:prSet/>
      <dgm:spPr/>
      <dgm:t>
        <a:bodyPr/>
        <a:lstStyle/>
        <a:p>
          <a:endParaRPr lang="en-US"/>
        </a:p>
      </dgm:t>
    </dgm:pt>
    <dgm:pt modelId="{60323481-8CC8-4BDC-A6C7-B97F7BBF39D8}" type="sibTrans" cxnId="{6787FAEC-AA24-4BE6-96AA-D949D5949F33}">
      <dgm:prSet/>
      <dgm:spPr/>
      <dgm:t>
        <a:bodyPr/>
        <a:lstStyle/>
        <a:p>
          <a:endParaRPr lang="en-US"/>
        </a:p>
      </dgm:t>
    </dgm:pt>
    <dgm:pt modelId="{2D0D1201-2797-4BF4-961B-86197242ADDD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sz="2000" b="1" dirty="0">
              <a:solidFill>
                <a:srgbClr val="7030A0"/>
              </a:solidFill>
            </a:rPr>
            <a:t>Other  Logic Gates (Exclusive gates)</a:t>
          </a:r>
        </a:p>
      </dgm:t>
    </dgm:pt>
    <dgm:pt modelId="{516A7822-1A02-48DA-9125-3CE1420ED791}" type="parTrans" cxnId="{E9F75B66-2C7B-44A2-91C7-0A573E164C99}">
      <dgm:prSet/>
      <dgm:spPr/>
      <dgm:t>
        <a:bodyPr/>
        <a:lstStyle/>
        <a:p>
          <a:endParaRPr lang="en-US"/>
        </a:p>
      </dgm:t>
    </dgm:pt>
    <dgm:pt modelId="{D3AE14AE-B8AF-4043-9BE2-7CD7F41A738C}" type="sibTrans" cxnId="{E9F75B66-2C7B-44A2-91C7-0A573E164C99}">
      <dgm:prSet/>
      <dgm:spPr/>
      <dgm:t>
        <a:bodyPr/>
        <a:lstStyle/>
        <a:p>
          <a:endParaRPr lang="en-US"/>
        </a:p>
      </dgm:t>
    </dgm:pt>
    <dgm:pt modelId="{0567F796-BC2A-4403-A4FE-5876A05F3DFE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sz="2000" b="1" dirty="0">
              <a:solidFill>
                <a:srgbClr val="7030A0"/>
              </a:solidFill>
            </a:rPr>
            <a:t>AND gate</a:t>
          </a:r>
        </a:p>
      </dgm:t>
    </dgm:pt>
    <dgm:pt modelId="{552F8D4C-F966-4302-A878-3DBCC9F2769C}" type="parTrans" cxnId="{DF1BF54F-DE3F-4B85-8511-7EC83ADB7CF5}">
      <dgm:prSet/>
      <dgm:spPr/>
      <dgm:t>
        <a:bodyPr/>
        <a:lstStyle/>
        <a:p>
          <a:endParaRPr lang="en-US"/>
        </a:p>
      </dgm:t>
    </dgm:pt>
    <dgm:pt modelId="{582DAE23-9DC6-4F83-B1E9-2489000E3D98}" type="sibTrans" cxnId="{DF1BF54F-DE3F-4B85-8511-7EC83ADB7CF5}">
      <dgm:prSet/>
      <dgm:spPr/>
      <dgm:t>
        <a:bodyPr/>
        <a:lstStyle/>
        <a:p>
          <a:endParaRPr lang="en-US"/>
        </a:p>
      </dgm:t>
    </dgm:pt>
    <dgm:pt modelId="{FEBDAAF8-CB7C-45EE-B3FA-37C7B90F107E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sz="2000" b="1" dirty="0">
              <a:solidFill>
                <a:srgbClr val="7030A0"/>
              </a:solidFill>
            </a:rPr>
            <a:t>OR gate</a:t>
          </a:r>
        </a:p>
      </dgm:t>
    </dgm:pt>
    <dgm:pt modelId="{0748163B-D318-49AB-B76B-4BC0727796A1}" type="parTrans" cxnId="{A7DCAF6C-478D-4B12-B149-11DFC151CF24}">
      <dgm:prSet/>
      <dgm:spPr/>
      <dgm:t>
        <a:bodyPr/>
        <a:lstStyle/>
        <a:p>
          <a:endParaRPr lang="en-US"/>
        </a:p>
      </dgm:t>
    </dgm:pt>
    <dgm:pt modelId="{2A00A540-4763-40AD-B042-010EEAB707FD}" type="sibTrans" cxnId="{A7DCAF6C-478D-4B12-B149-11DFC151CF24}">
      <dgm:prSet/>
      <dgm:spPr/>
      <dgm:t>
        <a:bodyPr/>
        <a:lstStyle/>
        <a:p>
          <a:endParaRPr lang="en-US"/>
        </a:p>
      </dgm:t>
    </dgm:pt>
    <dgm:pt modelId="{F66B6196-7814-43AF-813B-B0A057FACA4A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sz="2000" b="1" dirty="0">
              <a:solidFill>
                <a:srgbClr val="7030A0"/>
              </a:solidFill>
            </a:rPr>
            <a:t>NOT gate</a:t>
          </a:r>
        </a:p>
      </dgm:t>
    </dgm:pt>
    <dgm:pt modelId="{61B1A1B2-63AC-42BF-B5C2-2B446302125C}" type="parTrans" cxnId="{1E008CD9-5CB3-4ED9-8696-76C91230D878}">
      <dgm:prSet/>
      <dgm:spPr/>
      <dgm:t>
        <a:bodyPr/>
        <a:lstStyle/>
        <a:p>
          <a:endParaRPr lang="en-US"/>
        </a:p>
      </dgm:t>
    </dgm:pt>
    <dgm:pt modelId="{3983D097-8B48-4A0D-9187-147DAD13B096}" type="sibTrans" cxnId="{1E008CD9-5CB3-4ED9-8696-76C91230D878}">
      <dgm:prSet/>
      <dgm:spPr/>
      <dgm:t>
        <a:bodyPr/>
        <a:lstStyle/>
        <a:p>
          <a:endParaRPr lang="en-US"/>
        </a:p>
      </dgm:t>
    </dgm:pt>
    <dgm:pt modelId="{56EAE38E-DFFD-444E-AEA0-EA4BB7275117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sz="2000" b="1" dirty="0">
              <a:solidFill>
                <a:srgbClr val="C00000"/>
              </a:solidFill>
            </a:rPr>
            <a:t>NAND gate</a:t>
          </a:r>
        </a:p>
      </dgm:t>
    </dgm:pt>
    <dgm:pt modelId="{A3EEB60F-BC8E-4363-828B-C243BBADEBE8}" type="parTrans" cxnId="{4CD4A65C-1C98-45B4-B66B-12D8A49A7589}">
      <dgm:prSet/>
      <dgm:spPr/>
      <dgm:t>
        <a:bodyPr/>
        <a:lstStyle/>
        <a:p>
          <a:endParaRPr lang="en-US"/>
        </a:p>
      </dgm:t>
    </dgm:pt>
    <dgm:pt modelId="{99D21C46-38BC-466C-A230-1AF09BCF77E4}" type="sibTrans" cxnId="{4CD4A65C-1C98-45B4-B66B-12D8A49A7589}">
      <dgm:prSet/>
      <dgm:spPr/>
      <dgm:t>
        <a:bodyPr/>
        <a:lstStyle/>
        <a:p>
          <a:endParaRPr lang="en-US"/>
        </a:p>
      </dgm:t>
    </dgm:pt>
    <dgm:pt modelId="{A33726F1-72F6-4089-89B3-9996A48199D6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sz="2000" b="1" dirty="0">
              <a:solidFill>
                <a:srgbClr val="C00000"/>
              </a:solidFill>
            </a:rPr>
            <a:t>NOR gate</a:t>
          </a:r>
        </a:p>
      </dgm:t>
    </dgm:pt>
    <dgm:pt modelId="{DE34F5F6-1B1E-4887-8A66-5BDD20FDEBFD}" type="parTrans" cxnId="{256B2C03-77C0-4ACD-923A-1FA804BD82D1}">
      <dgm:prSet/>
      <dgm:spPr/>
      <dgm:t>
        <a:bodyPr/>
        <a:lstStyle/>
        <a:p>
          <a:endParaRPr lang="en-US"/>
        </a:p>
      </dgm:t>
    </dgm:pt>
    <dgm:pt modelId="{D6993A3C-3738-4D71-A085-707F9DDA960F}" type="sibTrans" cxnId="{256B2C03-77C0-4ACD-923A-1FA804BD82D1}">
      <dgm:prSet/>
      <dgm:spPr/>
      <dgm:t>
        <a:bodyPr/>
        <a:lstStyle/>
        <a:p>
          <a:endParaRPr lang="en-US"/>
        </a:p>
      </dgm:t>
    </dgm:pt>
    <dgm:pt modelId="{B7355E72-AE60-4599-9901-D24901B1F600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sz="2000" b="1" dirty="0">
              <a:solidFill>
                <a:srgbClr val="7030A0"/>
              </a:solidFill>
            </a:rPr>
            <a:t>XOR gate</a:t>
          </a:r>
        </a:p>
      </dgm:t>
    </dgm:pt>
    <dgm:pt modelId="{D7799697-8587-468F-9C52-D9A6857D8963}" type="parTrans" cxnId="{9F643BB6-A4B1-4B18-8ED5-9687E49E8B6F}">
      <dgm:prSet/>
      <dgm:spPr/>
      <dgm:t>
        <a:bodyPr/>
        <a:lstStyle/>
        <a:p>
          <a:endParaRPr lang="en-US"/>
        </a:p>
      </dgm:t>
    </dgm:pt>
    <dgm:pt modelId="{42284BBF-EE4C-4359-81D2-F34A0B94480B}" type="sibTrans" cxnId="{9F643BB6-A4B1-4B18-8ED5-9687E49E8B6F}">
      <dgm:prSet/>
      <dgm:spPr/>
      <dgm:t>
        <a:bodyPr/>
        <a:lstStyle/>
        <a:p>
          <a:endParaRPr lang="en-US"/>
        </a:p>
      </dgm:t>
    </dgm:pt>
    <dgm:pt modelId="{1F4FC176-636E-42EA-9772-C755CA87B31B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sz="2000" b="1" dirty="0">
              <a:solidFill>
                <a:srgbClr val="7030A0"/>
              </a:solidFill>
            </a:rPr>
            <a:t>XNOR gate</a:t>
          </a:r>
        </a:p>
      </dgm:t>
    </dgm:pt>
    <dgm:pt modelId="{E7D973DA-CE89-49DC-9FAF-453E9754A4EC}" type="parTrans" cxnId="{2876C83C-C31A-47D4-9458-14A20DF5D7B1}">
      <dgm:prSet/>
      <dgm:spPr/>
      <dgm:t>
        <a:bodyPr/>
        <a:lstStyle/>
        <a:p>
          <a:endParaRPr lang="en-US"/>
        </a:p>
      </dgm:t>
    </dgm:pt>
    <dgm:pt modelId="{100903E0-CB7F-4AA3-B449-ECD10EA453AB}" type="sibTrans" cxnId="{2876C83C-C31A-47D4-9458-14A20DF5D7B1}">
      <dgm:prSet/>
      <dgm:spPr/>
      <dgm:t>
        <a:bodyPr/>
        <a:lstStyle/>
        <a:p>
          <a:endParaRPr lang="en-US"/>
        </a:p>
      </dgm:t>
    </dgm:pt>
    <dgm:pt modelId="{DDB6ABAE-EFB4-4F19-957E-E93BE48A859F}" type="pres">
      <dgm:prSet presAssocID="{2869B3FC-8034-49F1-B102-41CF72365BC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E06E2DF-8855-4172-A388-3F9A04145F42}" type="pres">
      <dgm:prSet presAssocID="{9BE8D8F3-5F3A-4A4D-B624-FDE1F3DC2903}" presName="hierRoot1" presStyleCnt="0">
        <dgm:presLayoutVars>
          <dgm:hierBranch/>
        </dgm:presLayoutVars>
      </dgm:prSet>
      <dgm:spPr/>
    </dgm:pt>
    <dgm:pt modelId="{0C51D5CE-CAB8-4D61-895F-C83EF65FE2AA}" type="pres">
      <dgm:prSet presAssocID="{9BE8D8F3-5F3A-4A4D-B624-FDE1F3DC2903}" presName="rootComposite1" presStyleCnt="0"/>
      <dgm:spPr/>
    </dgm:pt>
    <dgm:pt modelId="{ED511D09-0042-4A6E-982A-0223433166E3}" type="pres">
      <dgm:prSet presAssocID="{9BE8D8F3-5F3A-4A4D-B624-FDE1F3DC2903}" presName="rootText1" presStyleLbl="node0" presStyleIdx="0" presStyleCnt="1" custScaleX="83573" custScaleY="54491" custLinFactNeighborX="778" custLinFactNeighborY="-2990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07C9B3F6-9CC9-4B1F-B2E0-5A39B75B1859}" type="pres">
      <dgm:prSet presAssocID="{9BE8D8F3-5F3A-4A4D-B624-FDE1F3DC2903}" presName="rootConnector1" presStyleLbl="node1" presStyleIdx="0" presStyleCnt="0"/>
      <dgm:spPr/>
      <dgm:t>
        <a:bodyPr/>
        <a:lstStyle/>
        <a:p>
          <a:endParaRPr lang="en-US"/>
        </a:p>
      </dgm:t>
    </dgm:pt>
    <dgm:pt modelId="{18BF333B-712A-416F-B323-35C1AB9C4F8F}" type="pres">
      <dgm:prSet presAssocID="{9BE8D8F3-5F3A-4A4D-B624-FDE1F3DC2903}" presName="hierChild2" presStyleCnt="0"/>
      <dgm:spPr/>
    </dgm:pt>
    <dgm:pt modelId="{2057CF09-687B-4EDB-96FC-93FFA978C767}" type="pres">
      <dgm:prSet presAssocID="{4261D45D-7465-472D-B59C-167EFFA93603}" presName="Name35" presStyleLbl="parChTrans1D2" presStyleIdx="0" presStyleCnt="3"/>
      <dgm:spPr/>
      <dgm:t>
        <a:bodyPr/>
        <a:lstStyle/>
        <a:p>
          <a:endParaRPr lang="en-US"/>
        </a:p>
      </dgm:t>
    </dgm:pt>
    <dgm:pt modelId="{22C3AA91-357B-4315-94A4-335C6BED7739}" type="pres">
      <dgm:prSet presAssocID="{CC748CC3-A0D6-4140-803E-7FE708C9400B}" presName="hierRoot2" presStyleCnt="0">
        <dgm:presLayoutVars>
          <dgm:hierBranch/>
        </dgm:presLayoutVars>
      </dgm:prSet>
      <dgm:spPr/>
    </dgm:pt>
    <dgm:pt modelId="{ECAAD804-F93E-4D79-BA21-9DF0578ECCF2}" type="pres">
      <dgm:prSet presAssocID="{CC748CC3-A0D6-4140-803E-7FE708C9400B}" presName="rootComposite" presStyleCnt="0"/>
      <dgm:spPr/>
    </dgm:pt>
    <dgm:pt modelId="{8B4B1D55-4109-4EAC-810B-1FE9ADCC136A}" type="pres">
      <dgm:prSet presAssocID="{CC748CC3-A0D6-4140-803E-7FE708C9400B}" presName="rootText" presStyleLbl="node2" presStyleIdx="0" presStyleCnt="3" custScaleX="81886" custScaleY="77843" custLinFactNeighborX="-2449" custLinFactNeighborY="-17103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54AC4C62-5E7D-4180-A1ED-F587CA3A7225}" type="pres">
      <dgm:prSet presAssocID="{CC748CC3-A0D6-4140-803E-7FE708C9400B}" presName="rootConnector" presStyleLbl="node2" presStyleIdx="0" presStyleCnt="3"/>
      <dgm:spPr/>
      <dgm:t>
        <a:bodyPr/>
        <a:lstStyle/>
        <a:p>
          <a:endParaRPr lang="en-US"/>
        </a:p>
      </dgm:t>
    </dgm:pt>
    <dgm:pt modelId="{0D76BF9B-2635-4D3B-96D4-5205ECCDF78E}" type="pres">
      <dgm:prSet presAssocID="{CC748CC3-A0D6-4140-803E-7FE708C9400B}" presName="hierChild4" presStyleCnt="0"/>
      <dgm:spPr/>
    </dgm:pt>
    <dgm:pt modelId="{825AB4D6-A25F-4547-9A3A-BF17E616978C}" type="pres">
      <dgm:prSet presAssocID="{552F8D4C-F966-4302-A878-3DBCC9F2769C}" presName="Name35" presStyleLbl="parChTrans1D3" presStyleIdx="0" presStyleCnt="7"/>
      <dgm:spPr/>
      <dgm:t>
        <a:bodyPr/>
        <a:lstStyle/>
        <a:p>
          <a:endParaRPr lang="en-US"/>
        </a:p>
      </dgm:t>
    </dgm:pt>
    <dgm:pt modelId="{DF79F06B-94CC-4C6B-9EF4-09AA806B3176}" type="pres">
      <dgm:prSet presAssocID="{0567F796-BC2A-4403-A4FE-5876A05F3DFE}" presName="hierRoot2" presStyleCnt="0">
        <dgm:presLayoutVars>
          <dgm:hierBranch val="init"/>
        </dgm:presLayoutVars>
      </dgm:prSet>
      <dgm:spPr/>
    </dgm:pt>
    <dgm:pt modelId="{41EA9B1A-216C-4F66-9D41-44077E65193E}" type="pres">
      <dgm:prSet presAssocID="{0567F796-BC2A-4403-A4FE-5876A05F3DFE}" presName="rootComposite" presStyleCnt="0"/>
      <dgm:spPr/>
    </dgm:pt>
    <dgm:pt modelId="{482CD5A2-D87C-46DA-BC37-F6EA2873F933}" type="pres">
      <dgm:prSet presAssocID="{0567F796-BC2A-4403-A4FE-5876A05F3DFE}" presName="rootText" presStyleLbl="node3" presStyleIdx="0" presStyleCnt="7" custScaleX="42617" custScaleY="67796" custLinFactNeighborX="-2449" custLinFactNeighborY="11000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8A854C01-794D-488D-88D3-09D5286115F7}" type="pres">
      <dgm:prSet presAssocID="{0567F796-BC2A-4403-A4FE-5876A05F3DFE}" presName="rootConnector" presStyleLbl="node3" presStyleIdx="0" presStyleCnt="7"/>
      <dgm:spPr/>
      <dgm:t>
        <a:bodyPr/>
        <a:lstStyle/>
        <a:p>
          <a:endParaRPr lang="en-US"/>
        </a:p>
      </dgm:t>
    </dgm:pt>
    <dgm:pt modelId="{580CD34C-E163-42CB-9ED2-7ACC94D7A0A4}" type="pres">
      <dgm:prSet presAssocID="{0567F796-BC2A-4403-A4FE-5876A05F3DFE}" presName="hierChild4" presStyleCnt="0"/>
      <dgm:spPr/>
    </dgm:pt>
    <dgm:pt modelId="{A51EEE68-681B-4A63-989D-0D376051F75B}" type="pres">
      <dgm:prSet presAssocID="{0567F796-BC2A-4403-A4FE-5876A05F3DFE}" presName="hierChild5" presStyleCnt="0"/>
      <dgm:spPr/>
    </dgm:pt>
    <dgm:pt modelId="{87D0495E-8478-49C6-8494-C17F29EE733E}" type="pres">
      <dgm:prSet presAssocID="{0748163B-D318-49AB-B76B-4BC0727796A1}" presName="Name35" presStyleLbl="parChTrans1D3" presStyleIdx="1" presStyleCnt="7"/>
      <dgm:spPr/>
      <dgm:t>
        <a:bodyPr/>
        <a:lstStyle/>
        <a:p>
          <a:endParaRPr lang="en-US"/>
        </a:p>
      </dgm:t>
    </dgm:pt>
    <dgm:pt modelId="{DA14C110-95FF-4198-8CAF-4BE216AE3856}" type="pres">
      <dgm:prSet presAssocID="{FEBDAAF8-CB7C-45EE-B3FA-37C7B90F107E}" presName="hierRoot2" presStyleCnt="0">
        <dgm:presLayoutVars>
          <dgm:hierBranch val="init"/>
        </dgm:presLayoutVars>
      </dgm:prSet>
      <dgm:spPr/>
    </dgm:pt>
    <dgm:pt modelId="{D749F183-89C4-457D-9299-83D9112924A3}" type="pres">
      <dgm:prSet presAssocID="{FEBDAAF8-CB7C-45EE-B3FA-37C7B90F107E}" presName="rootComposite" presStyleCnt="0"/>
      <dgm:spPr/>
    </dgm:pt>
    <dgm:pt modelId="{4EDF4D89-BADB-440D-8501-FAFD296DA741}" type="pres">
      <dgm:prSet presAssocID="{FEBDAAF8-CB7C-45EE-B3FA-37C7B90F107E}" presName="rootText" presStyleLbl="node3" presStyleIdx="1" presStyleCnt="7" custScaleX="42617" custScaleY="67796" custLinFactNeighborX="-2449" custLinFactNeighborY="11000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0F996814-9790-4D26-9EF4-D6B450733383}" type="pres">
      <dgm:prSet presAssocID="{FEBDAAF8-CB7C-45EE-B3FA-37C7B90F107E}" presName="rootConnector" presStyleLbl="node3" presStyleIdx="1" presStyleCnt="7"/>
      <dgm:spPr/>
      <dgm:t>
        <a:bodyPr/>
        <a:lstStyle/>
        <a:p>
          <a:endParaRPr lang="en-US"/>
        </a:p>
      </dgm:t>
    </dgm:pt>
    <dgm:pt modelId="{C9011E0D-753E-403F-A6A5-794D801E1934}" type="pres">
      <dgm:prSet presAssocID="{FEBDAAF8-CB7C-45EE-B3FA-37C7B90F107E}" presName="hierChild4" presStyleCnt="0"/>
      <dgm:spPr/>
    </dgm:pt>
    <dgm:pt modelId="{46A2EE44-8F8B-4FC1-93E3-6872A29EAEB8}" type="pres">
      <dgm:prSet presAssocID="{FEBDAAF8-CB7C-45EE-B3FA-37C7B90F107E}" presName="hierChild5" presStyleCnt="0"/>
      <dgm:spPr/>
    </dgm:pt>
    <dgm:pt modelId="{B0881B50-E20F-45BD-8199-655DF09C17AA}" type="pres">
      <dgm:prSet presAssocID="{61B1A1B2-63AC-42BF-B5C2-2B446302125C}" presName="Name35" presStyleLbl="parChTrans1D3" presStyleIdx="2" presStyleCnt="7"/>
      <dgm:spPr/>
      <dgm:t>
        <a:bodyPr/>
        <a:lstStyle/>
        <a:p>
          <a:endParaRPr lang="en-US"/>
        </a:p>
      </dgm:t>
    </dgm:pt>
    <dgm:pt modelId="{A95FCDAE-72B0-4798-8341-B8249675B1C4}" type="pres">
      <dgm:prSet presAssocID="{F66B6196-7814-43AF-813B-B0A057FACA4A}" presName="hierRoot2" presStyleCnt="0">
        <dgm:presLayoutVars>
          <dgm:hierBranch val="init"/>
        </dgm:presLayoutVars>
      </dgm:prSet>
      <dgm:spPr/>
    </dgm:pt>
    <dgm:pt modelId="{B6066243-9204-4150-8C3B-204A09006106}" type="pres">
      <dgm:prSet presAssocID="{F66B6196-7814-43AF-813B-B0A057FACA4A}" presName="rootComposite" presStyleCnt="0"/>
      <dgm:spPr/>
    </dgm:pt>
    <dgm:pt modelId="{ED42B415-4D80-4567-96D1-0D3946F009C5}" type="pres">
      <dgm:prSet presAssocID="{F66B6196-7814-43AF-813B-B0A057FACA4A}" presName="rootText" presStyleLbl="node3" presStyleIdx="2" presStyleCnt="7" custScaleX="42617" custScaleY="67796" custLinFactNeighborX="-2449" custLinFactNeighborY="11000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002F3A39-7766-43F4-B857-84F721C447EE}" type="pres">
      <dgm:prSet presAssocID="{F66B6196-7814-43AF-813B-B0A057FACA4A}" presName="rootConnector" presStyleLbl="node3" presStyleIdx="2" presStyleCnt="7"/>
      <dgm:spPr/>
      <dgm:t>
        <a:bodyPr/>
        <a:lstStyle/>
        <a:p>
          <a:endParaRPr lang="en-US"/>
        </a:p>
      </dgm:t>
    </dgm:pt>
    <dgm:pt modelId="{6DDBD4EF-84A0-4851-A1E2-9EC461DEECEE}" type="pres">
      <dgm:prSet presAssocID="{F66B6196-7814-43AF-813B-B0A057FACA4A}" presName="hierChild4" presStyleCnt="0"/>
      <dgm:spPr/>
    </dgm:pt>
    <dgm:pt modelId="{B7EB2325-DB6A-437D-89B9-7A151B71C68B}" type="pres">
      <dgm:prSet presAssocID="{F66B6196-7814-43AF-813B-B0A057FACA4A}" presName="hierChild5" presStyleCnt="0"/>
      <dgm:spPr/>
    </dgm:pt>
    <dgm:pt modelId="{1AA94337-7954-4806-84B0-029A381A2CD7}" type="pres">
      <dgm:prSet presAssocID="{CC748CC3-A0D6-4140-803E-7FE708C9400B}" presName="hierChild5" presStyleCnt="0"/>
      <dgm:spPr/>
    </dgm:pt>
    <dgm:pt modelId="{90D755AB-F0C5-424E-81FD-D50B9ECA9C2C}" type="pres">
      <dgm:prSet presAssocID="{B8818D02-F127-4A52-B648-1919F6F04E1B}" presName="Name35" presStyleLbl="parChTrans1D2" presStyleIdx="1" presStyleCnt="3"/>
      <dgm:spPr/>
      <dgm:t>
        <a:bodyPr/>
        <a:lstStyle/>
        <a:p>
          <a:endParaRPr lang="en-US"/>
        </a:p>
      </dgm:t>
    </dgm:pt>
    <dgm:pt modelId="{44AB2B16-F16A-4310-A65A-B5FD24A5BE24}" type="pres">
      <dgm:prSet presAssocID="{0D4FABD1-A596-408E-8EE3-F6EB1E994CD9}" presName="hierRoot2" presStyleCnt="0">
        <dgm:presLayoutVars>
          <dgm:hierBranch/>
        </dgm:presLayoutVars>
      </dgm:prSet>
      <dgm:spPr/>
    </dgm:pt>
    <dgm:pt modelId="{86570E9C-83C1-450D-AAB6-9FBBFBD53EFE}" type="pres">
      <dgm:prSet presAssocID="{0D4FABD1-A596-408E-8EE3-F6EB1E994CD9}" presName="rootComposite" presStyleCnt="0"/>
      <dgm:spPr/>
    </dgm:pt>
    <dgm:pt modelId="{2686D9DE-5DC5-4F48-98E7-F5C2960D5D91}" type="pres">
      <dgm:prSet presAssocID="{0D4FABD1-A596-408E-8EE3-F6EB1E994CD9}" presName="rootText" presStyleLbl="node2" presStyleIdx="1" presStyleCnt="3" custScaleX="87521" custScaleY="77940" custLinFactNeighborX="-11237" custLinFactNeighborY="-17103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1600D1D6-D224-4F86-8669-DAD9B7EF4C72}" type="pres">
      <dgm:prSet presAssocID="{0D4FABD1-A596-408E-8EE3-F6EB1E994CD9}" presName="rootConnector" presStyleLbl="node2" presStyleIdx="1" presStyleCnt="3"/>
      <dgm:spPr/>
      <dgm:t>
        <a:bodyPr/>
        <a:lstStyle/>
        <a:p>
          <a:endParaRPr lang="en-US"/>
        </a:p>
      </dgm:t>
    </dgm:pt>
    <dgm:pt modelId="{5D3AEDDA-CEA3-44BA-AA4B-0759CF0DEA1C}" type="pres">
      <dgm:prSet presAssocID="{0D4FABD1-A596-408E-8EE3-F6EB1E994CD9}" presName="hierChild4" presStyleCnt="0"/>
      <dgm:spPr/>
    </dgm:pt>
    <dgm:pt modelId="{CB2ABEE0-A79A-4F80-9006-32B90AB2C03D}" type="pres">
      <dgm:prSet presAssocID="{A3EEB60F-BC8E-4363-828B-C243BBADEBE8}" presName="Name35" presStyleLbl="parChTrans1D3" presStyleIdx="3" presStyleCnt="7"/>
      <dgm:spPr/>
      <dgm:t>
        <a:bodyPr/>
        <a:lstStyle/>
        <a:p>
          <a:endParaRPr lang="en-US"/>
        </a:p>
      </dgm:t>
    </dgm:pt>
    <dgm:pt modelId="{A173B31B-5AA9-4702-9BC2-1E4831C5BE30}" type="pres">
      <dgm:prSet presAssocID="{56EAE38E-DFFD-444E-AEA0-EA4BB7275117}" presName="hierRoot2" presStyleCnt="0">
        <dgm:presLayoutVars>
          <dgm:hierBranch val="init"/>
        </dgm:presLayoutVars>
      </dgm:prSet>
      <dgm:spPr/>
    </dgm:pt>
    <dgm:pt modelId="{F9E3BC1C-3066-4E87-96C6-07C3DFCB47B8}" type="pres">
      <dgm:prSet presAssocID="{56EAE38E-DFFD-444E-AEA0-EA4BB7275117}" presName="rootComposite" presStyleCnt="0"/>
      <dgm:spPr/>
    </dgm:pt>
    <dgm:pt modelId="{42D34FA8-5CBF-4420-8023-751218DD02A5}" type="pres">
      <dgm:prSet presAssocID="{56EAE38E-DFFD-444E-AEA0-EA4BB7275117}" presName="rootText" presStyleLbl="node3" presStyleIdx="3" presStyleCnt="7" custScaleX="53884" custScaleY="67700" custLinFactNeighborX="-12635" custLinFactNeighborY="11000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C3220CF8-A1CE-432A-B0BD-6C06CB1E6C08}" type="pres">
      <dgm:prSet presAssocID="{56EAE38E-DFFD-444E-AEA0-EA4BB7275117}" presName="rootConnector" presStyleLbl="node3" presStyleIdx="3" presStyleCnt="7"/>
      <dgm:spPr/>
      <dgm:t>
        <a:bodyPr/>
        <a:lstStyle/>
        <a:p>
          <a:endParaRPr lang="en-US"/>
        </a:p>
      </dgm:t>
    </dgm:pt>
    <dgm:pt modelId="{A106CA79-C249-48D2-9943-1FA329119C78}" type="pres">
      <dgm:prSet presAssocID="{56EAE38E-DFFD-444E-AEA0-EA4BB7275117}" presName="hierChild4" presStyleCnt="0"/>
      <dgm:spPr/>
    </dgm:pt>
    <dgm:pt modelId="{A693AD05-B341-4D4D-9236-D4EC60872FB4}" type="pres">
      <dgm:prSet presAssocID="{56EAE38E-DFFD-444E-AEA0-EA4BB7275117}" presName="hierChild5" presStyleCnt="0"/>
      <dgm:spPr/>
    </dgm:pt>
    <dgm:pt modelId="{70EECF2B-2B82-45E3-9D34-D4ADE0019DCD}" type="pres">
      <dgm:prSet presAssocID="{DE34F5F6-1B1E-4887-8A66-5BDD20FDEBFD}" presName="Name35" presStyleLbl="parChTrans1D3" presStyleIdx="4" presStyleCnt="7"/>
      <dgm:spPr/>
      <dgm:t>
        <a:bodyPr/>
        <a:lstStyle/>
        <a:p>
          <a:endParaRPr lang="en-US"/>
        </a:p>
      </dgm:t>
    </dgm:pt>
    <dgm:pt modelId="{59912E88-9620-4F92-8F10-6D5D4C47F279}" type="pres">
      <dgm:prSet presAssocID="{A33726F1-72F6-4089-89B3-9996A48199D6}" presName="hierRoot2" presStyleCnt="0">
        <dgm:presLayoutVars>
          <dgm:hierBranch val="init"/>
        </dgm:presLayoutVars>
      </dgm:prSet>
      <dgm:spPr/>
    </dgm:pt>
    <dgm:pt modelId="{5DF78FBF-B72F-4BB5-91EE-407F59A2AC75}" type="pres">
      <dgm:prSet presAssocID="{A33726F1-72F6-4089-89B3-9996A48199D6}" presName="rootComposite" presStyleCnt="0"/>
      <dgm:spPr/>
    </dgm:pt>
    <dgm:pt modelId="{8069DE87-7443-40F1-B17B-8B05117D6618}" type="pres">
      <dgm:prSet presAssocID="{A33726F1-72F6-4089-89B3-9996A48199D6}" presName="rootText" presStyleLbl="node3" presStyleIdx="4" presStyleCnt="7" custScaleX="39384" custScaleY="61253" custLinFactNeighborX="-13794" custLinFactNeighborY="11000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C8DBF218-3939-4752-AF64-BC67B04A397A}" type="pres">
      <dgm:prSet presAssocID="{A33726F1-72F6-4089-89B3-9996A48199D6}" presName="rootConnector" presStyleLbl="node3" presStyleIdx="4" presStyleCnt="7"/>
      <dgm:spPr/>
      <dgm:t>
        <a:bodyPr/>
        <a:lstStyle/>
        <a:p>
          <a:endParaRPr lang="en-US"/>
        </a:p>
      </dgm:t>
    </dgm:pt>
    <dgm:pt modelId="{86E37479-2F5E-45D1-9478-675A4F6BB66B}" type="pres">
      <dgm:prSet presAssocID="{A33726F1-72F6-4089-89B3-9996A48199D6}" presName="hierChild4" presStyleCnt="0"/>
      <dgm:spPr/>
    </dgm:pt>
    <dgm:pt modelId="{7C5FEAA0-6F7E-4612-AB2C-5EA5A9F98C6F}" type="pres">
      <dgm:prSet presAssocID="{A33726F1-72F6-4089-89B3-9996A48199D6}" presName="hierChild5" presStyleCnt="0"/>
      <dgm:spPr/>
    </dgm:pt>
    <dgm:pt modelId="{2C5E2807-D02A-49F3-927A-68D34023438F}" type="pres">
      <dgm:prSet presAssocID="{0D4FABD1-A596-408E-8EE3-F6EB1E994CD9}" presName="hierChild5" presStyleCnt="0"/>
      <dgm:spPr/>
    </dgm:pt>
    <dgm:pt modelId="{7190FBAB-9FF8-4C31-9A53-015040CE1FC5}" type="pres">
      <dgm:prSet presAssocID="{516A7822-1A02-48DA-9125-3CE1420ED791}" presName="Name35" presStyleLbl="parChTrans1D2" presStyleIdx="2" presStyleCnt="3"/>
      <dgm:spPr/>
      <dgm:t>
        <a:bodyPr/>
        <a:lstStyle/>
        <a:p>
          <a:endParaRPr lang="en-US"/>
        </a:p>
      </dgm:t>
    </dgm:pt>
    <dgm:pt modelId="{7F4C2279-2736-42DA-91E8-EDD5F37B122D}" type="pres">
      <dgm:prSet presAssocID="{2D0D1201-2797-4BF4-961B-86197242ADDD}" presName="hierRoot2" presStyleCnt="0">
        <dgm:presLayoutVars>
          <dgm:hierBranch/>
        </dgm:presLayoutVars>
      </dgm:prSet>
      <dgm:spPr/>
    </dgm:pt>
    <dgm:pt modelId="{B04A9686-DC82-4F18-BFAE-9A33DC376FB5}" type="pres">
      <dgm:prSet presAssocID="{2D0D1201-2797-4BF4-961B-86197242ADDD}" presName="rootComposite" presStyleCnt="0"/>
      <dgm:spPr/>
    </dgm:pt>
    <dgm:pt modelId="{7584EE61-8922-4FDA-AED6-38CC6F65C8C4}" type="pres">
      <dgm:prSet presAssocID="{2D0D1201-2797-4BF4-961B-86197242ADDD}" presName="rootText" presStyleLbl="node2" presStyleIdx="2" presStyleCnt="3" custScaleX="105007" custScaleY="77843" custLinFactNeighborX="-2449" custLinFactNeighborY="-17103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EEC872FB-9F52-44E9-9275-264A5960067F}" type="pres">
      <dgm:prSet presAssocID="{2D0D1201-2797-4BF4-961B-86197242ADDD}" presName="rootConnector" presStyleLbl="node2" presStyleIdx="2" presStyleCnt="3"/>
      <dgm:spPr/>
      <dgm:t>
        <a:bodyPr/>
        <a:lstStyle/>
        <a:p>
          <a:endParaRPr lang="en-US"/>
        </a:p>
      </dgm:t>
    </dgm:pt>
    <dgm:pt modelId="{BC451E8E-B69F-43F9-AD9A-0AB0400483DE}" type="pres">
      <dgm:prSet presAssocID="{2D0D1201-2797-4BF4-961B-86197242ADDD}" presName="hierChild4" presStyleCnt="0"/>
      <dgm:spPr/>
    </dgm:pt>
    <dgm:pt modelId="{5FACFBC4-9D3E-491E-8317-498DF1F13C17}" type="pres">
      <dgm:prSet presAssocID="{D7799697-8587-468F-9C52-D9A6857D8963}" presName="Name35" presStyleLbl="parChTrans1D3" presStyleIdx="5" presStyleCnt="7"/>
      <dgm:spPr/>
      <dgm:t>
        <a:bodyPr/>
        <a:lstStyle/>
        <a:p>
          <a:endParaRPr lang="en-US"/>
        </a:p>
      </dgm:t>
    </dgm:pt>
    <dgm:pt modelId="{6820373A-2DB3-4B60-932B-6141DF168499}" type="pres">
      <dgm:prSet presAssocID="{B7355E72-AE60-4599-9901-D24901B1F600}" presName="hierRoot2" presStyleCnt="0">
        <dgm:presLayoutVars>
          <dgm:hierBranch/>
        </dgm:presLayoutVars>
      </dgm:prSet>
      <dgm:spPr/>
    </dgm:pt>
    <dgm:pt modelId="{2FA619EC-C508-440E-83DF-3A318F859395}" type="pres">
      <dgm:prSet presAssocID="{B7355E72-AE60-4599-9901-D24901B1F600}" presName="rootComposite" presStyleCnt="0"/>
      <dgm:spPr/>
    </dgm:pt>
    <dgm:pt modelId="{9383B0CC-C309-4FF5-8FA3-EB58BB1343BE}" type="pres">
      <dgm:prSet presAssocID="{B7355E72-AE60-4599-9901-D24901B1F600}" presName="rootText" presStyleLbl="node3" presStyleIdx="5" presStyleCnt="7" custScaleX="42617" custScaleY="67796" custLinFactNeighborX="-2449" custLinFactNeighborY="11000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9831E1F5-EB1C-4552-955F-03F9EC791618}" type="pres">
      <dgm:prSet presAssocID="{B7355E72-AE60-4599-9901-D24901B1F600}" presName="rootConnector" presStyleLbl="node3" presStyleIdx="5" presStyleCnt="7"/>
      <dgm:spPr/>
      <dgm:t>
        <a:bodyPr/>
        <a:lstStyle/>
        <a:p>
          <a:endParaRPr lang="en-US"/>
        </a:p>
      </dgm:t>
    </dgm:pt>
    <dgm:pt modelId="{4C29ECE4-79B5-4881-BB60-264BEDAFF02D}" type="pres">
      <dgm:prSet presAssocID="{B7355E72-AE60-4599-9901-D24901B1F600}" presName="hierChild4" presStyleCnt="0"/>
      <dgm:spPr/>
    </dgm:pt>
    <dgm:pt modelId="{7FC6F030-DEBB-41E5-B696-94A208A9AA07}" type="pres">
      <dgm:prSet presAssocID="{B7355E72-AE60-4599-9901-D24901B1F600}" presName="hierChild5" presStyleCnt="0"/>
      <dgm:spPr/>
    </dgm:pt>
    <dgm:pt modelId="{873AA8E6-9433-492F-AC4B-9A03FBBB10A1}" type="pres">
      <dgm:prSet presAssocID="{E7D973DA-CE89-49DC-9FAF-453E9754A4EC}" presName="Name35" presStyleLbl="parChTrans1D3" presStyleIdx="6" presStyleCnt="7"/>
      <dgm:spPr/>
      <dgm:t>
        <a:bodyPr/>
        <a:lstStyle/>
        <a:p>
          <a:endParaRPr lang="en-US"/>
        </a:p>
      </dgm:t>
    </dgm:pt>
    <dgm:pt modelId="{C22C755E-799E-4791-AB0C-605A6FDF036E}" type="pres">
      <dgm:prSet presAssocID="{1F4FC176-636E-42EA-9772-C755CA87B31B}" presName="hierRoot2" presStyleCnt="0">
        <dgm:presLayoutVars>
          <dgm:hierBranch/>
        </dgm:presLayoutVars>
      </dgm:prSet>
      <dgm:spPr/>
    </dgm:pt>
    <dgm:pt modelId="{2E5DCBA6-F1B5-4965-A3D6-C5D60DFD0EDA}" type="pres">
      <dgm:prSet presAssocID="{1F4FC176-636E-42EA-9772-C755CA87B31B}" presName="rootComposite" presStyleCnt="0"/>
      <dgm:spPr/>
    </dgm:pt>
    <dgm:pt modelId="{6053360D-FB41-45E3-AA55-CE63A8AD021B}" type="pres">
      <dgm:prSet presAssocID="{1F4FC176-636E-42EA-9772-C755CA87B31B}" presName="rootText" presStyleLbl="node3" presStyleIdx="6" presStyleCnt="7" custScaleX="42617" custScaleY="67796" custLinFactNeighborX="-2449" custLinFactNeighborY="11000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201EF411-B312-45D1-8663-4219EE130163}" type="pres">
      <dgm:prSet presAssocID="{1F4FC176-636E-42EA-9772-C755CA87B31B}" presName="rootConnector" presStyleLbl="node3" presStyleIdx="6" presStyleCnt="7"/>
      <dgm:spPr/>
      <dgm:t>
        <a:bodyPr/>
        <a:lstStyle/>
        <a:p>
          <a:endParaRPr lang="en-US"/>
        </a:p>
      </dgm:t>
    </dgm:pt>
    <dgm:pt modelId="{EAAFD8AF-F6FC-4A15-B10B-C390838C9EA3}" type="pres">
      <dgm:prSet presAssocID="{1F4FC176-636E-42EA-9772-C755CA87B31B}" presName="hierChild4" presStyleCnt="0"/>
      <dgm:spPr/>
    </dgm:pt>
    <dgm:pt modelId="{6D8EACA8-9584-4D72-96CD-19AEBBE1D0E1}" type="pres">
      <dgm:prSet presAssocID="{1F4FC176-636E-42EA-9772-C755CA87B31B}" presName="hierChild5" presStyleCnt="0"/>
      <dgm:spPr/>
    </dgm:pt>
    <dgm:pt modelId="{DA4023E0-26CC-47B8-9910-EF3547BE491B}" type="pres">
      <dgm:prSet presAssocID="{2D0D1201-2797-4BF4-961B-86197242ADDD}" presName="hierChild5" presStyleCnt="0"/>
      <dgm:spPr/>
    </dgm:pt>
    <dgm:pt modelId="{C216F9B7-F781-4277-A9D8-DE19F48949FF}" type="pres">
      <dgm:prSet presAssocID="{9BE8D8F3-5F3A-4A4D-B624-FDE1F3DC2903}" presName="hierChild3" presStyleCnt="0"/>
      <dgm:spPr/>
    </dgm:pt>
  </dgm:ptLst>
  <dgm:cxnLst>
    <dgm:cxn modelId="{9F643BB6-A4B1-4B18-8ED5-9687E49E8B6F}" srcId="{2D0D1201-2797-4BF4-961B-86197242ADDD}" destId="{B7355E72-AE60-4599-9901-D24901B1F600}" srcOrd="0" destOrd="0" parTransId="{D7799697-8587-468F-9C52-D9A6857D8963}" sibTransId="{42284BBF-EE4C-4359-81D2-F34A0B94480B}"/>
    <dgm:cxn modelId="{4CD4A65C-1C98-45B4-B66B-12D8A49A7589}" srcId="{0D4FABD1-A596-408E-8EE3-F6EB1E994CD9}" destId="{56EAE38E-DFFD-444E-AEA0-EA4BB7275117}" srcOrd="0" destOrd="0" parTransId="{A3EEB60F-BC8E-4363-828B-C243BBADEBE8}" sibTransId="{99D21C46-38BC-466C-A230-1AF09BCF77E4}"/>
    <dgm:cxn modelId="{4D7919FB-E76C-4736-9431-F805D2AB156B}" type="presOf" srcId="{F66B6196-7814-43AF-813B-B0A057FACA4A}" destId="{ED42B415-4D80-4567-96D1-0D3946F009C5}" srcOrd="0" destOrd="0" presId="urn:microsoft.com/office/officeart/2005/8/layout/orgChart1"/>
    <dgm:cxn modelId="{3D87F150-CDEF-439F-BA6C-94E4DC8A8E5F}" type="presOf" srcId="{9BE8D8F3-5F3A-4A4D-B624-FDE1F3DC2903}" destId="{ED511D09-0042-4A6E-982A-0223433166E3}" srcOrd="0" destOrd="0" presId="urn:microsoft.com/office/officeart/2005/8/layout/orgChart1"/>
    <dgm:cxn modelId="{DF1BF54F-DE3F-4B85-8511-7EC83ADB7CF5}" srcId="{CC748CC3-A0D6-4140-803E-7FE708C9400B}" destId="{0567F796-BC2A-4403-A4FE-5876A05F3DFE}" srcOrd="0" destOrd="0" parTransId="{552F8D4C-F966-4302-A878-3DBCC9F2769C}" sibTransId="{582DAE23-9DC6-4F83-B1E9-2489000E3D98}"/>
    <dgm:cxn modelId="{574D413D-86FE-4477-8085-ADF558FA5F4D}" type="presOf" srcId="{A3EEB60F-BC8E-4363-828B-C243BBADEBE8}" destId="{CB2ABEE0-A79A-4F80-9006-32B90AB2C03D}" srcOrd="0" destOrd="0" presId="urn:microsoft.com/office/officeart/2005/8/layout/orgChart1"/>
    <dgm:cxn modelId="{723142E3-ABA1-4388-A93B-78648D3C48A8}" type="presOf" srcId="{B7355E72-AE60-4599-9901-D24901B1F600}" destId="{9831E1F5-EB1C-4552-955F-03F9EC791618}" srcOrd="1" destOrd="0" presId="urn:microsoft.com/office/officeart/2005/8/layout/orgChart1"/>
    <dgm:cxn modelId="{1A8442F4-7CCE-43C4-8965-F31F8E6A6381}" srcId="{2869B3FC-8034-49F1-B102-41CF72365BCC}" destId="{9BE8D8F3-5F3A-4A4D-B624-FDE1F3DC2903}" srcOrd="0" destOrd="0" parTransId="{B9A79057-56B1-407D-9BDD-BC0113A5DFBC}" sibTransId="{9C427495-851D-4A22-843F-0A609D21D552}"/>
    <dgm:cxn modelId="{3A88A610-0EC0-45A7-977D-E5E84EFD8DF8}" type="presOf" srcId="{2869B3FC-8034-49F1-B102-41CF72365BCC}" destId="{DDB6ABAE-EFB4-4F19-957E-E93BE48A859F}" srcOrd="0" destOrd="0" presId="urn:microsoft.com/office/officeart/2005/8/layout/orgChart1"/>
    <dgm:cxn modelId="{71EE8006-901B-41CA-95DE-AD400C0B6892}" type="presOf" srcId="{56EAE38E-DFFD-444E-AEA0-EA4BB7275117}" destId="{42D34FA8-5CBF-4420-8023-751218DD02A5}" srcOrd="0" destOrd="0" presId="urn:microsoft.com/office/officeart/2005/8/layout/orgChart1"/>
    <dgm:cxn modelId="{F4037C3B-DD92-4D3C-B091-D9B77EEF1FF8}" type="presOf" srcId="{0748163B-D318-49AB-B76B-4BC0727796A1}" destId="{87D0495E-8478-49C6-8494-C17F29EE733E}" srcOrd="0" destOrd="0" presId="urn:microsoft.com/office/officeart/2005/8/layout/orgChart1"/>
    <dgm:cxn modelId="{93B5DAFA-B43C-4D69-99F6-7E6DD80C2A35}" type="presOf" srcId="{B7355E72-AE60-4599-9901-D24901B1F600}" destId="{9383B0CC-C309-4FF5-8FA3-EB58BB1343BE}" srcOrd="0" destOrd="0" presId="urn:microsoft.com/office/officeart/2005/8/layout/orgChart1"/>
    <dgm:cxn modelId="{B43389B1-0CEF-42A6-9146-829D6C2590D7}" type="presOf" srcId="{1F4FC176-636E-42EA-9772-C755CA87B31B}" destId="{201EF411-B312-45D1-8663-4219EE130163}" srcOrd="1" destOrd="0" presId="urn:microsoft.com/office/officeart/2005/8/layout/orgChart1"/>
    <dgm:cxn modelId="{A80EFF96-2459-40F3-A9D6-805AB5A7CAFC}" type="presOf" srcId="{F66B6196-7814-43AF-813B-B0A057FACA4A}" destId="{002F3A39-7766-43F4-B857-84F721C447EE}" srcOrd="1" destOrd="0" presId="urn:microsoft.com/office/officeart/2005/8/layout/orgChart1"/>
    <dgm:cxn modelId="{E9F75B66-2C7B-44A2-91C7-0A573E164C99}" srcId="{9BE8D8F3-5F3A-4A4D-B624-FDE1F3DC2903}" destId="{2D0D1201-2797-4BF4-961B-86197242ADDD}" srcOrd="2" destOrd="0" parTransId="{516A7822-1A02-48DA-9125-3CE1420ED791}" sibTransId="{D3AE14AE-B8AF-4043-9BE2-7CD7F41A738C}"/>
    <dgm:cxn modelId="{31F40EE1-7CCE-4C4F-938B-3DE15367D5EC}" type="presOf" srcId="{B8818D02-F127-4A52-B648-1919F6F04E1B}" destId="{90D755AB-F0C5-424E-81FD-D50B9ECA9C2C}" srcOrd="0" destOrd="0" presId="urn:microsoft.com/office/officeart/2005/8/layout/orgChart1"/>
    <dgm:cxn modelId="{9DE4FB07-D390-48D9-BC83-842EDA93ABC4}" type="presOf" srcId="{9BE8D8F3-5F3A-4A4D-B624-FDE1F3DC2903}" destId="{07C9B3F6-9CC9-4B1F-B2E0-5A39B75B1859}" srcOrd="1" destOrd="0" presId="urn:microsoft.com/office/officeart/2005/8/layout/orgChart1"/>
    <dgm:cxn modelId="{4F1E5AC8-ED15-440A-BCBF-933CDE5A0BAB}" type="presOf" srcId="{CC748CC3-A0D6-4140-803E-7FE708C9400B}" destId="{8B4B1D55-4109-4EAC-810B-1FE9ADCC136A}" srcOrd="0" destOrd="0" presId="urn:microsoft.com/office/officeart/2005/8/layout/orgChart1"/>
    <dgm:cxn modelId="{46D652E8-A079-4B94-A629-171564D2111A}" type="presOf" srcId="{A33726F1-72F6-4089-89B3-9996A48199D6}" destId="{8069DE87-7443-40F1-B17B-8B05117D6618}" srcOrd="0" destOrd="0" presId="urn:microsoft.com/office/officeart/2005/8/layout/orgChart1"/>
    <dgm:cxn modelId="{256B2C03-77C0-4ACD-923A-1FA804BD82D1}" srcId="{0D4FABD1-A596-408E-8EE3-F6EB1E994CD9}" destId="{A33726F1-72F6-4089-89B3-9996A48199D6}" srcOrd="1" destOrd="0" parTransId="{DE34F5F6-1B1E-4887-8A66-5BDD20FDEBFD}" sibTransId="{D6993A3C-3738-4D71-A085-707F9DDA960F}"/>
    <dgm:cxn modelId="{87A618C6-6C69-462A-8488-685DC29616F0}" srcId="{9BE8D8F3-5F3A-4A4D-B624-FDE1F3DC2903}" destId="{CC748CC3-A0D6-4140-803E-7FE708C9400B}" srcOrd="0" destOrd="0" parTransId="{4261D45D-7465-472D-B59C-167EFFA93603}" sibTransId="{7FE6606D-8767-4699-8AD9-D05451CB108E}"/>
    <dgm:cxn modelId="{78F8DD29-ABFA-4C8F-B1DF-8F951C6E8DE6}" type="presOf" srcId="{A33726F1-72F6-4089-89B3-9996A48199D6}" destId="{C8DBF218-3939-4752-AF64-BC67B04A397A}" srcOrd="1" destOrd="0" presId="urn:microsoft.com/office/officeart/2005/8/layout/orgChart1"/>
    <dgm:cxn modelId="{9FE165C2-787B-47C3-B126-EC9B8AE21D93}" type="presOf" srcId="{2D0D1201-2797-4BF4-961B-86197242ADDD}" destId="{7584EE61-8922-4FDA-AED6-38CC6F65C8C4}" srcOrd="0" destOrd="0" presId="urn:microsoft.com/office/officeart/2005/8/layout/orgChart1"/>
    <dgm:cxn modelId="{96BAAFE5-49CA-4153-9D59-1F12783E21C4}" type="presOf" srcId="{552F8D4C-F966-4302-A878-3DBCC9F2769C}" destId="{825AB4D6-A25F-4547-9A3A-BF17E616978C}" srcOrd="0" destOrd="0" presId="urn:microsoft.com/office/officeart/2005/8/layout/orgChart1"/>
    <dgm:cxn modelId="{3FEB9867-B024-4133-9424-340D646BCFEF}" type="presOf" srcId="{1F4FC176-636E-42EA-9772-C755CA87B31B}" destId="{6053360D-FB41-45E3-AA55-CE63A8AD021B}" srcOrd="0" destOrd="0" presId="urn:microsoft.com/office/officeart/2005/8/layout/orgChart1"/>
    <dgm:cxn modelId="{471C9045-AAE8-437C-9D30-CB458B1E2FB6}" type="presOf" srcId="{4261D45D-7465-472D-B59C-167EFFA93603}" destId="{2057CF09-687B-4EDB-96FC-93FFA978C767}" srcOrd="0" destOrd="0" presId="urn:microsoft.com/office/officeart/2005/8/layout/orgChart1"/>
    <dgm:cxn modelId="{6787FAEC-AA24-4BE6-96AA-D949D5949F33}" srcId="{9BE8D8F3-5F3A-4A4D-B624-FDE1F3DC2903}" destId="{0D4FABD1-A596-408E-8EE3-F6EB1E994CD9}" srcOrd="1" destOrd="0" parTransId="{B8818D02-F127-4A52-B648-1919F6F04E1B}" sibTransId="{60323481-8CC8-4BDC-A6C7-B97F7BBF39D8}"/>
    <dgm:cxn modelId="{3439A00D-A83C-488C-B75D-4248B429931D}" type="presOf" srcId="{2D0D1201-2797-4BF4-961B-86197242ADDD}" destId="{EEC872FB-9F52-44E9-9275-264A5960067F}" srcOrd="1" destOrd="0" presId="urn:microsoft.com/office/officeart/2005/8/layout/orgChart1"/>
    <dgm:cxn modelId="{EA4B9B04-5D19-4F73-950A-3932235A6A41}" type="presOf" srcId="{FEBDAAF8-CB7C-45EE-B3FA-37C7B90F107E}" destId="{4EDF4D89-BADB-440D-8501-FAFD296DA741}" srcOrd="0" destOrd="0" presId="urn:microsoft.com/office/officeart/2005/8/layout/orgChart1"/>
    <dgm:cxn modelId="{9976D6B8-D092-4512-88FE-5D72A8A74E4D}" type="presOf" srcId="{FEBDAAF8-CB7C-45EE-B3FA-37C7B90F107E}" destId="{0F996814-9790-4D26-9EF4-D6B450733383}" srcOrd="1" destOrd="0" presId="urn:microsoft.com/office/officeart/2005/8/layout/orgChart1"/>
    <dgm:cxn modelId="{2876C83C-C31A-47D4-9458-14A20DF5D7B1}" srcId="{2D0D1201-2797-4BF4-961B-86197242ADDD}" destId="{1F4FC176-636E-42EA-9772-C755CA87B31B}" srcOrd="1" destOrd="0" parTransId="{E7D973DA-CE89-49DC-9FAF-453E9754A4EC}" sibTransId="{100903E0-CB7F-4AA3-B449-ECD10EA453AB}"/>
    <dgm:cxn modelId="{1E008CD9-5CB3-4ED9-8696-76C91230D878}" srcId="{CC748CC3-A0D6-4140-803E-7FE708C9400B}" destId="{F66B6196-7814-43AF-813B-B0A057FACA4A}" srcOrd="2" destOrd="0" parTransId="{61B1A1B2-63AC-42BF-B5C2-2B446302125C}" sibTransId="{3983D097-8B48-4A0D-9187-147DAD13B096}"/>
    <dgm:cxn modelId="{B3F0B6AC-C82C-4E68-8C86-0855591827C4}" type="presOf" srcId="{CC748CC3-A0D6-4140-803E-7FE708C9400B}" destId="{54AC4C62-5E7D-4180-A1ED-F587CA3A7225}" srcOrd="1" destOrd="0" presId="urn:microsoft.com/office/officeart/2005/8/layout/orgChart1"/>
    <dgm:cxn modelId="{622D7B55-572D-4BD8-9481-A87A319C4A31}" type="presOf" srcId="{0D4FABD1-A596-408E-8EE3-F6EB1E994CD9}" destId="{1600D1D6-D224-4F86-8669-DAD9B7EF4C72}" srcOrd="1" destOrd="0" presId="urn:microsoft.com/office/officeart/2005/8/layout/orgChart1"/>
    <dgm:cxn modelId="{B95C07FA-1C04-46BD-8ACB-8092B4036F59}" type="presOf" srcId="{61B1A1B2-63AC-42BF-B5C2-2B446302125C}" destId="{B0881B50-E20F-45BD-8199-655DF09C17AA}" srcOrd="0" destOrd="0" presId="urn:microsoft.com/office/officeart/2005/8/layout/orgChart1"/>
    <dgm:cxn modelId="{FBF1496C-1EFB-41AA-A461-F72762717749}" type="presOf" srcId="{0567F796-BC2A-4403-A4FE-5876A05F3DFE}" destId="{482CD5A2-D87C-46DA-BC37-F6EA2873F933}" srcOrd="0" destOrd="0" presId="urn:microsoft.com/office/officeart/2005/8/layout/orgChart1"/>
    <dgm:cxn modelId="{0C3B5322-3B05-4F2E-8C53-FAF22C2FE33B}" type="presOf" srcId="{DE34F5F6-1B1E-4887-8A66-5BDD20FDEBFD}" destId="{70EECF2B-2B82-45E3-9D34-D4ADE0019DCD}" srcOrd="0" destOrd="0" presId="urn:microsoft.com/office/officeart/2005/8/layout/orgChart1"/>
    <dgm:cxn modelId="{5EDEBAB9-3D64-4FD4-8BBE-16A4059CA1E4}" type="presOf" srcId="{0D4FABD1-A596-408E-8EE3-F6EB1E994CD9}" destId="{2686D9DE-5DC5-4F48-98E7-F5C2960D5D91}" srcOrd="0" destOrd="0" presId="urn:microsoft.com/office/officeart/2005/8/layout/orgChart1"/>
    <dgm:cxn modelId="{E35FDA8D-6CBD-4005-8A1E-D251400A0BA5}" type="presOf" srcId="{D7799697-8587-468F-9C52-D9A6857D8963}" destId="{5FACFBC4-9D3E-491E-8317-498DF1F13C17}" srcOrd="0" destOrd="0" presId="urn:microsoft.com/office/officeart/2005/8/layout/orgChart1"/>
    <dgm:cxn modelId="{A7DCAF6C-478D-4B12-B149-11DFC151CF24}" srcId="{CC748CC3-A0D6-4140-803E-7FE708C9400B}" destId="{FEBDAAF8-CB7C-45EE-B3FA-37C7B90F107E}" srcOrd="1" destOrd="0" parTransId="{0748163B-D318-49AB-B76B-4BC0727796A1}" sibTransId="{2A00A540-4763-40AD-B042-010EEAB707FD}"/>
    <dgm:cxn modelId="{D1ADFF57-0D35-49EA-8A78-AE62A371A32F}" type="presOf" srcId="{516A7822-1A02-48DA-9125-3CE1420ED791}" destId="{7190FBAB-9FF8-4C31-9A53-015040CE1FC5}" srcOrd="0" destOrd="0" presId="urn:microsoft.com/office/officeart/2005/8/layout/orgChart1"/>
    <dgm:cxn modelId="{A87FEC6E-F4F4-4E8C-A9A6-F980E8FC9E57}" type="presOf" srcId="{56EAE38E-DFFD-444E-AEA0-EA4BB7275117}" destId="{C3220CF8-A1CE-432A-B0BD-6C06CB1E6C08}" srcOrd="1" destOrd="0" presId="urn:microsoft.com/office/officeart/2005/8/layout/orgChart1"/>
    <dgm:cxn modelId="{E0B4B8A2-8C8E-4D1A-8C6E-17E8EDCCD46E}" type="presOf" srcId="{0567F796-BC2A-4403-A4FE-5876A05F3DFE}" destId="{8A854C01-794D-488D-88D3-09D5286115F7}" srcOrd="1" destOrd="0" presId="urn:microsoft.com/office/officeart/2005/8/layout/orgChart1"/>
    <dgm:cxn modelId="{578C2E87-A232-4057-9579-456E94A2234A}" type="presOf" srcId="{E7D973DA-CE89-49DC-9FAF-453E9754A4EC}" destId="{873AA8E6-9433-492F-AC4B-9A03FBBB10A1}" srcOrd="0" destOrd="0" presId="urn:microsoft.com/office/officeart/2005/8/layout/orgChart1"/>
    <dgm:cxn modelId="{D5052350-85A4-4625-9838-56D677C8ED9B}" type="presParOf" srcId="{DDB6ABAE-EFB4-4F19-957E-E93BE48A859F}" destId="{6E06E2DF-8855-4172-A388-3F9A04145F42}" srcOrd="0" destOrd="0" presId="urn:microsoft.com/office/officeart/2005/8/layout/orgChart1"/>
    <dgm:cxn modelId="{E957B96A-4CC4-4DE5-B444-F41EA2EA0EC2}" type="presParOf" srcId="{6E06E2DF-8855-4172-A388-3F9A04145F42}" destId="{0C51D5CE-CAB8-4D61-895F-C83EF65FE2AA}" srcOrd="0" destOrd="0" presId="urn:microsoft.com/office/officeart/2005/8/layout/orgChart1"/>
    <dgm:cxn modelId="{69B8A8AA-4558-4DE2-A7A0-DBBB985CAC97}" type="presParOf" srcId="{0C51D5CE-CAB8-4D61-895F-C83EF65FE2AA}" destId="{ED511D09-0042-4A6E-982A-0223433166E3}" srcOrd="0" destOrd="0" presId="urn:microsoft.com/office/officeart/2005/8/layout/orgChart1"/>
    <dgm:cxn modelId="{86F16104-801C-4083-95ED-7B98CC99B800}" type="presParOf" srcId="{0C51D5CE-CAB8-4D61-895F-C83EF65FE2AA}" destId="{07C9B3F6-9CC9-4B1F-B2E0-5A39B75B1859}" srcOrd="1" destOrd="0" presId="urn:microsoft.com/office/officeart/2005/8/layout/orgChart1"/>
    <dgm:cxn modelId="{F0853857-A9A6-40BE-A59A-B5780D05CE93}" type="presParOf" srcId="{6E06E2DF-8855-4172-A388-3F9A04145F42}" destId="{18BF333B-712A-416F-B323-35C1AB9C4F8F}" srcOrd="1" destOrd="0" presId="urn:microsoft.com/office/officeart/2005/8/layout/orgChart1"/>
    <dgm:cxn modelId="{F0B8EC4A-A959-46C9-A730-D1803320F231}" type="presParOf" srcId="{18BF333B-712A-416F-B323-35C1AB9C4F8F}" destId="{2057CF09-687B-4EDB-96FC-93FFA978C767}" srcOrd="0" destOrd="0" presId="urn:microsoft.com/office/officeart/2005/8/layout/orgChart1"/>
    <dgm:cxn modelId="{F1EB353A-1872-4DE5-94EC-F80BAA765600}" type="presParOf" srcId="{18BF333B-712A-416F-B323-35C1AB9C4F8F}" destId="{22C3AA91-357B-4315-94A4-335C6BED7739}" srcOrd="1" destOrd="0" presId="urn:microsoft.com/office/officeart/2005/8/layout/orgChart1"/>
    <dgm:cxn modelId="{A56C3538-DADD-402B-8C9A-4F8D1D3EBC4C}" type="presParOf" srcId="{22C3AA91-357B-4315-94A4-335C6BED7739}" destId="{ECAAD804-F93E-4D79-BA21-9DF0578ECCF2}" srcOrd="0" destOrd="0" presId="urn:microsoft.com/office/officeart/2005/8/layout/orgChart1"/>
    <dgm:cxn modelId="{DAF0DB64-3DF5-4C84-8F3B-D0BD67AF5FE8}" type="presParOf" srcId="{ECAAD804-F93E-4D79-BA21-9DF0578ECCF2}" destId="{8B4B1D55-4109-4EAC-810B-1FE9ADCC136A}" srcOrd="0" destOrd="0" presId="urn:microsoft.com/office/officeart/2005/8/layout/orgChart1"/>
    <dgm:cxn modelId="{0DFED5FA-7E83-4978-935E-B7F4A1208140}" type="presParOf" srcId="{ECAAD804-F93E-4D79-BA21-9DF0578ECCF2}" destId="{54AC4C62-5E7D-4180-A1ED-F587CA3A7225}" srcOrd="1" destOrd="0" presId="urn:microsoft.com/office/officeart/2005/8/layout/orgChart1"/>
    <dgm:cxn modelId="{8D650467-4358-40B4-A70B-47B97CE4748D}" type="presParOf" srcId="{22C3AA91-357B-4315-94A4-335C6BED7739}" destId="{0D76BF9B-2635-4D3B-96D4-5205ECCDF78E}" srcOrd="1" destOrd="0" presId="urn:microsoft.com/office/officeart/2005/8/layout/orgChart1"/>
    <dgm:cxn modelId="{F05D02BE-ECF2-427F-AA85-3F730957CECC}" type="presParOf" srcId="{0D76BF9B-2635-4D3B-96D4-5205ECCDF78E}" destId="{825AB4D6-A25F-4547-9A3A-BF17E616978C}" srcOrd="0" destOrd="0" presId="urn:microsoft.com/office/officeart/2005/8/layout/orgChart1"/>
    <dgm:cxn modelId="{58A2C25C-F8CF-4DDE-A04B-4DDE27792C0F}" type="presParOf" srcId="{0D76BF9B-2635-4D3B-96D4-5205ECCDF78E}" destId="{DF79F06B-94CC-4C6B-9EF4-09AA806B3176}" srcOrd="1" destOrd="0" presId="urn:microsoft.com/office/officeart/2005/8/layout/orgChart1"/>
    <dgm:cxn modelId="{94B04325-574A-4729-9813-950E9E130DEE}" type="presParOf" srcId="{DF79F06B-94CC-4C6B-9EF4-09AA806B3176}" destId="{41EA9B1A-216C-4F66-9D41-44077E65193E}" srcOrd="0" destOrd="0" presId="urn:microsoft.com/office/officeart/2005/8/layout/orgChart1"/>
    <dgm:cxn modelId="{2476F8C1-154D-48F7-9D04-F2F38DCCEA5D}" type="presParOf" srcId="{41EA9B1A-216C-4F66-9D41-44077E65193E}" destId="{482CD5A2-D87C-46DA-BC37-F6EA2873F933}" srcOrd="0" destOrd="0" presId="urn:microsoft.com/office/officeart/2005/8/layout/orgChart1"/>
    <dgm:cxn modelId="{69D14EB0-FDB2-4681-B86B-B168ADD5D666}" type="presParOf" srcId="{41EA9B1A-216C-4F66-9D41-44077E65193E}" destId="{8A854C01-794D-488D-88D3-09D5286115F7}" srcOrd="1" destOrd="0" presId="urn:microsoft.com/office/officeart/2005/8/layout/orgChart1"/>
    <dgm:cxn modelId="{0BFBD060-FA11-47F5-92BE-37146B36DA6E}" type="presParOf" srcId="{DF79F06B-94CC-4C6B-9EF4-09AA806B3176}" destId="{580CD34C-E163-42CB-9ED2-7ACC94D7A0A4}" srcOrd="1" destOrd="0" presId="urn:microsoft.com/office/officeart/2005/8/layout/orgChart1"/>
    <dgm:cxn modelId="{8D469ABD-10F3-4335-9763-17A5CF0E2CA0}" type="presParOf" srcId="{DF79F06B-94CC-4C6B-9EF4-09AA806B3176}" destId="{A51EEE68-681B-4A63-989D-0D376051F75B}" srcOrd="2" destOrd="0" presId="urn:microsoft.com/office/officeart/2005/8/layout/orgChart1"/>
    <dgm:cxn modelId="{B4BAA733-1F91-4CBA-B459-F4CDE2023A36}" type="presParOf" srcId="{0D76BF9B-2635-4D3B-96D4-5205ECCDF78E}" destId="{87D0495E-8478-49C6-8494-C17F29EE733E}" srcOrd="2" destOrd="0" presId="urn:microsoft.com/office/officeart/2005/8/layout/orgChart1"/>
    <dgm:cxn modelId="{51056C93-7FFC-46A3-BC44-EA1075F7D682}" type="presParOf" srcId="{0D76BF9B-2635-4D3B-96D4-5205ECCDF78E}" destId="{DA14C110-95FF-4198-8CAF-4BE216AE3856}" srcOrd="3" destOrd="0" presId="urn:microsoft.com/office/officeart/2005/8/layout/orgChart1"/>
    <dgm:cxn modelId="{B0F27765-B4E4-4E0E-892B-1C9DCEBB0B3D}" type="presParOf" srcId="{DA14C110-95FF-4198-8CAF-4BE216AE3856}" destId="{D749F183-89C4-457D-9299-83D9112924A3}" srcOrd="0" destOrd="0" presId="urn:microsoft.com/office/officeart/2005/8/layout/orgChart1"/>
    <dgm:cxn modelId="{DCF9B4D0-F9C9-409A-9193-37ADD0C6BFAF}" type="presParOf" srcId="{D749F183-89C4-457D-9299-83D9112924A3}" destId="{4EDF4D89-BADB-440D-8501-FAFD296DA741}" srcOrd="0" destOrd="0" presId="urn:microsoft.com/office/officeart/2005/8/layout/orgChart1"/>
    <dgm:cxn modelId="{229A8846-E9E0-40B2-A546-F6D8153B5068}" type="presParOf" srcId="{D749F183-89C4-457D-9299-83D9112924A3}" destId="{0F996814-9790-4D26-9EF4-D6B450733383}" srcOrd="1" destOrd="0" presId="urn:microsoft.com/office/officeart/2005/8/layout/orgChart1"/>
    <dgm:cxn modelId="{8D24C0A6-B7D6-452F-A89F-3F7CB88CD143}" type="presParOf" srcId="{DA14C110-95FF-4198-8CAF-4BE216AE3856}" destId="{C9011E0D-753E-403F-A6A5-794D801E1934}" srcOrd="1" destOrd="0" presId="urn:microsoft.com/office/officeart/2005/8/layout/orgChart1"/>
    <dgm:cxn modelId="{EF49B2A4-6C54-4B4C-B1C1-0C8514D8F2C2}" type="presParOf" srcId="{DA14C110-95FF-4198-8CAF-4BE216AE3856}" destId="{46A2EE44-8F8B-4FC1-93E3-6872A29EAEB8}" srcOrd="2" destOrd="0" presId="urn:microsoft.com/office/officeart/2005/8/layout/orgChart1"/>
    <dgm:cxn modelId="{1F7BCC01-E237-4FF4-A3A0-025F391E0D06}" type="presParOf" srcId="{0D76BF9B-2635-4D3B-96D4-5205ECCDF78E}" destId="{B0881B50-E20F-45BD-8199-655DF09C17AA}" srcOrd="4" destOrd="0" presId="urn:microsoft.com/office/officeart/2005/8/layout/orgChart1"/>
    <dgm:cxn modelId="{B911E812-25DC-4B05-966E-A07937A1BAE2}" type="presParOf" srcId="{0D76BF9B-2635-4D3B-96D4-5205ECCDF78E}" destId="{A95FCDAE-72B0-4798-8341-B8249675B1C4}" srcOrd="5" destOrd="0" presId="urn:microsoft.com/office/officeart/2005/8/layout/orgChart1"/>
    <dgm:cxn modelId="{C78E45BC-5B9B-4E68-97D3-BA7926CD2811}" type="presParOf" srcId="{A95FCDAE-72B0-4798-8341-B8249675B1C4}" destId="{B6066243-9204-4150-8C3B-204A09006106}" srcOrd="0" destOrd="0" presId="urn:microsoft.com/office/officeart/2005/8/layout/orgChart1"/>
    <dgm:cxn modelId="{3DA24261-FF96-4DA4-8F36-CA41C22E5D05}" type="presParOf" srcId="{B6066243-9204-4150-8C3B-204A09006106}" destId="{ED42B415-4D80-4567-96D1-0D3946F009C5}" srcOrd="0" destOrd="0" presId="urn:microsoft.com/office/officeart/2005/8/layout/orgChart1"/>
    <dgm:cxn modelId="{2D8B941C-59AD-4CF2-B088-FB3AB2AD3171}" type="presParOf" srcId="{B6066243-9204-4150-8C3B-204A09006106}" destId="{002F3A39-7766-43F4-B857-84F721C447EE}" srcOrd="1" destOrd="0" presId="urn:microsoft.com/office/officeart/2005/8/layout/orgChart1"/>
    <dgm:cxn modelId="{580EC7A9-F5F7-41EB-9BA8-0297DEBEFB69}" type="presParOf" srcId="{A95FCDAE-72B0-4798-8341-B8249675B1C4}" destId="{6DDBD4EF-84A0-4851-A1E2-9EC461DEECEE}" srcOrd="1" destOrd="0" presId="urn:microsoft.com/office/officeart/2005/8/layout/orgChart1"/>
    <dgm:cxn modelId="{D5A7640A-B761-4516-A3FB-923D3105865C}" type="presParOf" srcId="{A95FCDAE-72B0-4798-8341-B8249675B1C4}" destId="{B7EB2325-DB6A-437D-89B9-7A151B71C68B}" srcOrd="2" destOrd="0" presId="urn:microsoft.com/office/officeart/2005/8/layout/orgChart1"/>
    <dgm:cxn modelId="{EDEC5B94-B579-4874-BDD0-26E944C81B41}" type="presParOf" srcId="{22C3AA91-357B-4315-94A4-335C6BED7739}" destId="{1AA94337-7954-4806-84B0-029A381A2CD7}" srcOrd="2" destOrd="0" presId="urn:microsoft.com/office/officeart/2005/8/layout/orgChart1"/>
    <dgm:cxn modelId="{7E5FF88F-31F4-4FE4-A492-A3DCE888FC07}" type="presParOf" srcId="{18BF333B-712A-416F-B323-35C1AB9C4F8F}" destId="{90D755AB-F0C5-424E-81FD-D50B9ECA9C2C}" srcOrd="2" destOrd="0" presId="urn:microsoft.com/office/officeart/2005/8/layout/orgChart1"/>
    <dgm:cxn modelId="{114A7631-AE27-40D0-9CE1-F261ED8F981A}" type="presParOf" srcId="{18BF333B-712A-416F-B323-35C1AB9C4F8F}" destId="{44AB2B16-F16A-4310-A65A-B5FD24A5BE24}" srcOrd="3" destOrd="0" presId="urn:microsoft.com/office/officeart/2005/8/layout/orgChart1"/>
    <dgm:cxn modelId="{EF189806-1D5D-4079-B1DA-89E3088F3906}" type="presParOf" srcId="{44AB2B16-F16A-4310-A65A-B5FD24A5BE24}" destId="{86570E9C-83C1-450D-AAB6-9FBBFBD53EFE}" srcOrd="0" destOrd="0" presId="urn:microsoft.com/office/officeart/2005/8/layout/orgChart1"/>
    <dgm:cxn modelId="{4B420DA1-D73F-482A-9622-18C8067B4B39}" type="presParOf" srcId="{86570E9C-83C1-450D-AAB6-9FBBFBD53EFE}" destId="{2686D9DE-5DC5-4F48-98E7-F5C2960D5D91}" srcOrd="0" destOrd="0" presId="urn:microsoft.com/office/officeart/2005/8/layout/orgChart1"/>
    <dgm:cxn modelId="{07964769-85C4-4366-A5F3-2149230090D3}" type="presParOf" srcId="{86570E9C-83C1-450D-AAB6-9FBBFBD53EFE}" destId="{1600D1D6-D224-4F86-8669-DAD9B7EF4C72}" srcOrd="1" destOrd="0" presId="urn:microsoft.com/office/officeart/2005/8/layout/orgChart1"/>
    <dgm:cxn modelId="{6E1456F6-CF40-4547-9178-97F1EC5C2765}" type="presParOf" srcId="{44AB2B16-F16A-4310-A65A-B5FD24A5BE24}" destId="{5D3AEDDA-CEA3-44BA-AA4B-0759CF0DEA1C}" srcOrd="1" destOrd="0" presId="urn:microsoft.com/office/officeart/2005/8/layout/orgChart1"/>
    <dgm:cxn modelId="{B270E6E8-74F5-48B6-8102-5CA315BC7FB7}" type="presParOf" srcId="{5D3AEDDA-CEA3-44BA-AA4B-0759CF0DEA1C}" destId="{CB2ABEE0-A79A-4F80-9006-32B90AB2C03D}" srcOrd="0" destOrd="0" presId="urn:microsoft.com/office/officeart/2005/8/layout/orgChart1"/>
    <dgm:cxn modelId="{BB3D4BE5-1D29-493C-A68D-0A5B68700EA2}" type="presParOf" srcId="{5D3AEDDA-CEA3-44BA-AA4B-0759CF0DEA1C}" destId="{A173B31B-5AA9-4702-9BC2-1E4831C5BE30}" srcOrd="1" destOrd="0" presId="urn:microsoft.com/office/officeart/2005/8/layout/orgChart1"/>
    <dgm:cxn modelId="{D9435B89-0DC0-4978-BB02-E6DC1008EA17}" type="presParOf" srcId="{A173B31B-5AA9-4702-9BC2-1E4831C5BE30}" destId="{F9E3BC1C-3066-4E87-96C6-07C3DFCB47B8}" srcOrd="0" destOrd="0" presId="urn:microsoft.com/office/officeart/2005/8/layout/orgChart1"/>
    <dgm:cxn modelId="{10AC95E8-DEBF-4730-B276-9E47D1D0C593}" type="presParOf" srcId="{F9E3BC1C-3066-4E87-96C6-07C3DFCB47B8}" destId="{42D34FA8-5CBF-4420-8023-751218DD02A5}" srcOrd="0" destOrd="0" presId="urn:microsoft.com/office/officeart/2005/8/layout/orgChart1"/>
    <dgm:cxn modelId="{6238A177-C8CF-452D-8227-59A5C61E79BC}" type="presParOf" srcId="{F9E3BC1C-3066-4E87-96C6-07C3DFCB47B8}" destId="{C3220CF8-A1CE-432A-B0BD-6C06CB1E6C08}" srcOrd="1" destOrd="0" presId="urn:microsoft.com/office/officeart/2005/8/layout/orgChart1"/>
    <dgm:cxn modelId="{F6456042-F5D1-4554-9AB4-0E0B41D5DAD5}" type="presParOf" srcId="{A173B31B-5AA9-4702-9BC2-1E4831C5BE30}" destId="{A106CA79-C249-48D2-9943-1FA329119C78}" srcOrd="1" destOrd="0" presId="urn:microsoft.com/office/officeart/2005/8/layout/orgChart1"/>
    <dgm:cxn modelId="{6075374B-FE53-4AC9-B732-BEA7857F8589}" type="presParOf" srcId="{A173B31B-5AA9-4702-9BC2-1E4831C5BE30}" destId="{A693AD05-B341-4D4D-9236-D4EC60872FB4}" srcOrd="2" destOrd="0" presId="urn:microsoft.com/office/officeart/2005/8/layout/orgChart1"/>
    <dgm:cxn modelId="{7B20A6A4-A538-44D4-B7B7-4BF95B70EEE6}" type="presParOf" srcId="{5D3AEDDA-CEA3-44BA-AA4B-0759CF0DEA1C}" destId="{70EECF2B-2B82-45E3-9D34-D4ADE0019DCD}" srcOrd="2" destOrd="0" presId="urn:microsoft.com/office/officeart/2005/8/layout/orgChart1"/>
    <dgm:cxn modelId="{6A605919-7A8F-4B75-B7A5-7D7512B7E5D3}" type="presParOf" srcId="{5D3AEDDA-CEA3-44BA-AA4B-0759CF0DEA1C}" destId="{59912E88-9620-4F92-8F10-6D5D4C47F279}" srcOrd="3" destOrd="0" presId="urn:microsoft.com/office/officeart/2005/8/layout/orgChart1"/>
    <dgm:cxn modelId="{1F2B0266-97F9-43B2-943A-FDD44752683D}" type="presParOf" srcId="{59912E88-9620-4F92-8F10-6D5D4C47F279}" destId="{5DF78FBF-B72F-4BB5-91EE-407F59A2AC75}" srcOrd="0" destOrd="0" presId="urn:microsoft.com/office/officeart/2005/8/layout/orgChart1"/>
    <dgm:cxn modelId="{4F58E49A-9F12-495B-8106-25F9C011DBB9}" type="presParOf" srcId="{5DF78FBF-B72F-4BB5-91EE-407F59A2AC75}" destId="{8069DE87-7443-40F1-B17B-8B05117D6618}" srcOrd="0" destOrd="0" presId="urn:microsoft.com/office/officeart/2005/8/layout/orgChart1"/>
    <dgm:cxn modelId="{7904EDAE-84E1-4DC1-9D3A-08077B9D89C1}" type="presParOf" srcId="{5DF78FBF-B72F-4BB5-91EE-407F59A2AC75}" destId="{C8DBF218-3939-4752-AF64-BC67B04A397A}" srcOrd="1" destOrd="0" presId="urn:microsoft.com/office/officeart/2005/8/layout/orgChart1"/>
    <dgm:cxn modelId="{DCA972EA-4809-4D86-91D6-035E770916CC}" type="presParOf" srcId="{59912E88-9620-4F92-8F10-6D5D4C47F279}" destId="{86E37479-2F5E-45D1-9478-675A4F6BB66B}" srcOrd="1" destOrd="0" presId="urn:microsoft.com/office/officeart/2005/8/layout/orgChart1"/>
    <dgm:cxn modelId="{79DD22C1-6487-4051-A015-9A1E590DB047}" type="presParOf" srcId="{59912E88-9620-4F92-8F10-6D5D4C47F279}" destId="{7C5FEAA0-6F7E-4612-AB2C-5EA5A9F98C6F}" srcOrd="2" destOrd="0" presId="urn:microsoft.com/office/officeart/2005/8/layout/orgChart1"/>
    <dgm:cxn modelId="{F2EB7B9F-399A-471D-B8B2-330E67C8EF55}" type="presParOf" srcId="{44AB2B16-F16A-4310-A65A-B5FD24A5BE24}" destId="{2C5E2807-D02A-49F3-927A-68D34023438F}" srcOrd="2" destOrd="0" presId="urn:microsoft.com/office/officeart/2005/8/layout/orgChart1"/>
    <dgm:cxn modelId="{047CFC42-F193-4A25-8DD4-714819DA1BA2}" type="presParOf" srcId="{18BF333B-712A-416F-B323-35C1AB9C4F8F}" destId="{7190FBAB-9FF8-4C31-9A53-015040CE1FC5}" srcOrd="4" destOrd="0" presId="urn:microsoft.com/office/officeart/2005/8/layout/orgChart1"/>
    <dgm:cxn modelId="{EBF1006B-438A-4B75-BB0E-1174C61BFBBB}" type="presParOf" srcId="{18BF333B-712A-416F-B323-35C1AB9C4F8F}" destId="{7F4C2279-2736-42DA-91E8-EDD5F37B122D}" srcOrd="5" destOrd="0" presId="urn:microsoft.com/office/officeart/2005/8/layout/orgChart1"/>
    <dgm:cxn modelId="{A513B545-3CA6-4635-A2A0-C999128D3FE6}" type="presParOf" srcId="{7F4C2279-2736-42DA-91E8-EDD5F37B122D}" destId="{B04A9686-DC82-4F18-BFAE-9A33DC376FB5}" srcOrd="0" destOrd="0" presId="urn:microsoft.com/office/officeart/2005/8/layout/orgChart1"/>
    <dgm:cxn modelId="{F4C66194-3500-49AD-8B12-F0AB675805E7}" type="presParOf" srcId="{B04A9686-DC82-4F18-BFAE-9A33DC376FB5}" destId="{7584EE61-8922-4FDA-AED6-38CC6F65C8C4}" srcOrd="0" destOrd="0" presId="urn:microsoft.com/office/officeart/2005/8/layout/orgChart1"/>
    <dgm:cxn modelId="{688FF708-521A-414D-B84A-7C760E555237}" type="presParOf" srcId="{B04A9686-DC82-4F18-BFAE-9A33DC376FB5}" destId="{EEC872FB-9F52-44E9-9275-264A5960067F}" srcOrd="1" destOrd="0" presId="urn:microsoft.com/office/officeart/2005/8/layout/orgChart1"/>
    <dgm:cxn modelId="{FD1765F4-F50D-4ACF-B337-5D2DAD550275}" type="presParOf" srcId="{7F4C2279-2736-42DA-91E8-EDD5F37B122D}" destId="{BC451E8E-B69F-43F9-AD9A-0AB0400483DE}" srcOrd="1" destOrd="0" presId="urn:microsoft.com/office/officeart/2005/8/layout/orgChart1"/>
    <dgm:cxn modelId="{D6D7FAF2-B509-46B3-AFB8-06303587CA5A}" type="presParOf" srcId="{BC451E8E-B69F-43F9-AD9A-0AB0400483DE}" destId="{5FACFBC4-9D3E-491E-8317-498DF1F13C17}" srcOrd="0" destOrd="0" presId="urn:microsoft.com/office/officeart/2005/8/layout/orgChart1"/>
    <dgm:cxn modelId="{6FA11646-2D56-4760-9C9C-7AE51B84EB40}" type="presParOf" srcId="{BC451E8E-B69F-43F9-AD9A-0AB0400483DE}" destId="{6820373A-2DB3-4B60-932B-6141DF168499}" srcOrd="1" destOrd="0" presId="urn:microsoft.com/office/officeart/2005/8/layout/orgChart1"/>
    <dgm:cxn modelId="{9A8D675F-85D4-445F-87A1-F59B480CB4E7}" type="presParOf" srcId="{6820373A-2DB3-4B60-932B-6141DF168499}" destId="{2FA619EC-C508-440E-83DF-3A318F859395}" srcOrd="0" destOrd="0" presId="urn:microsoft.com/office/officeart/2005/8/layout/orgChart1"/>
    <dgm:cxn modelId="{A5887F83-D2D6-4924-933F-D41DDE6EF78E}" type="presParOf" srcId="{2FA619EC-C508-440E-83DF-3A318F859395}" destId="{9383B0CC-C309-4FF5-8FA3-EB58BB1343BE}" srcOrd="0" destOrd="0" presId="urn:microsoft.com/office/officeart/2005/8/layout/orgChart1"/>
    <dgm:cxn modelId="{691B9C74-65E4-4876-B1A7-ABE3FD655459}" type="presParOf" srcId="{2FA619EC-C508-440E-83DF-3A318F859395}" destId="{9831E1F5-EB1C-4552-955F-03F9EC791618}" srcOrd="1" destOrd="0" presId="urn:microsoft.com/office/officeart/2005/8/layout/orgChart1"/>
    <dgm:cxn modelId="{6F62EBFC-0436-45E8-BB8E-82B2F7431D26}" type="presParOf" srcId="{6820373A-2DB3-4B60-932B-6141DF168499}" destId="{4C29ECE4-79B5-4881-BB60-264BEDAFF02D}" srcOrd="1" destOrd="0" presId="urn:microsoft.com/office/officeart/2005/8/layout/orgChart1"/>
    <dgm:cxn modelId="{B22BFFE3-25A5-486C-B7C8-B48BB4D3AD4F}" type="presParOf" srcId="{6820373A-2DB3-4B60-932B-6141DF168499}" destId="{7FC6F030-DEBB-41E5-B696-94A208A9AA07}" srcOrd="2" destOrd="0" presId="urn:microsoft.com/office/officeart/2005/8/layout/orgChart1"/>
    <dgm:cxn modelId="{5B548809-525E-4B88-869F-B5ECA6130962}" type="presParOf" srcId="{BC451E8E-B69F-43F9-AD9A-0AB0400483DE}" destId="{873AA8E6-9433-492F-AC4B-9A03FBBB10A1}" srcOrd="2" destOrd="0" presId="urn:microsoft.com/office/officeart/2005/8/layout/orgChart1"/>
    <dgm:cxn modelId="{0F98B4D0-5057-4EAE-AED9-D7099B125C71}" type="presParOf" srcId="{BC451E8E-B69F-43F9-AD9A-0AB0400483DE}" destId="{C22C755E-799E-4791-AB0C-605A6FDF036E}" srcOrd="3" destOrd="0" presId="urn:microsoft.com/office/officeart/2005/8/layout/orgChart1"/>
    <dgm:cxn modelId="{25347951-846A-4D28-ADCF-6E19DB600FB2}" type="presParOf" srcId="{C22C755E-799E-4791-AB0C-605A6FDF036E}" destId="{2E5DCBA6-F1B5-4965-A3D6-C5D60DFD0EDA}" srcOrd="0" destOrd="0" presId="urn:microsoft.com/office/officeart/2005/8/layout/orgChart1"/>
    <dgm:cxn modelId="{02174D37-FA53-4AE9-88EF-CA2A8775EE57}" type="presParOf" srcId="{2E5DCBA6-F1B5-4965-A3D6-C5D60DFD0EDA}" destId="{6053360D-FB41-45E3-AA55-CE63A8AD021B}" srcOrd="0" destOrd="0" presId="urn:microsoft.com/office/officeart/2005/8/layout/orgChart1"/>
    <dgm:cxn modelId="{F562AC20-7754-421F-B3DA-F80867C977BB}" type="presParOf" srcId="{2E5DCBA6-F1B5-4965-A3D6-C5D60DFD0EDA}" destId="{201EF411-B312-45D1-8663-4219EE130163}" srcOrd="1" destOrd="0" presId="urn:microsoft.com/office/officeart/2005/8/layout/orgChart1"/>
    <dgm:cxn modelId="{B1994133-BEDE-465A-895E-F41B0FDB84DA}" type="presParOf" srcId="{C22C755E-799E-4791-AB0C-605A6FDF036E}" destId="{EAAFD8AF-F6FC-4A15-B10B-C390838C9EA3}" srcOrd="1" destOrd="0" presId="urn:microsoft.com/office/officeart/2005/8/layout/orgChart1"/>
    <dgm:cxn modelId="{D6443796-6754-4D8A-9CD6-E6C2253A1CED}" type="presParOf" srcId="{C22C755E-799E-4791-AB0C-605A6FDF036E}" destId="{6D8EACA8-9584-4D72-96CD-19AEBBE1D0E1}" srcOrd="2" destOrd="0" presId="urn:microsoft.com/office/officeart/2005/8/layout/orgChart1"/>
    <dgm:cxn modelId="{DA888DCB-CE41-4753-AC64-E29A7514147A}" type="presParOf" srcId="{7F4C2279-2736-42DA-91E8-EDD5F37B122D}" destId="{DA4023E0-26CC-47B8-9910-EF3547BE491B}" srcOrd="2" destOrd="0" presId="urn:microsoft.com/office/officeart/2005/8/layout/orgChart1"/>
    <dgm:cxn modelId="{29866F2D-11CA-4A30-88A0-9467E137887D}" type="presParOf" srcId="{6E06E2DF-8855-4172-A388-3F9A04145F42}" destId="{C216F9B7-F781-4277-A9D8-DE19F48949FF}" srcOrd="2" destOrd="0" presId="urn:microsoft.com/office/officeart/2005/8/layout/orgChart1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2F935-3747-4925-BF5F-B26B6D241E6B}">
      <dsp:nvSpPr>
        <dsp:cNvPr id="0" name=""/>
        <dsp:cNvSpPr/>
      </dsp:nvSpPr>
      <dsp:spPr>
        <a:xfrm>
          <a:off x="4438598" y="1537178"/>
          <a:ext cx="3139023" cy="9457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6859"/>
              </a:lnTo>
              <a:lnTo>
                <a:pt x="3139023" y="636859"/>
              </a:lnTo>
              <a:lnTo>
                <a:pt x="3139023" y="94573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4F8CCB-B370-4186-8CE4-CAB7342353F9}">
      <dsp:nvSpPr>
        <dsp:cNvPr id="0" name=""/>
        <dsp:cNvSpPr/>
      </dsp:nvSpPr>
      <dsp:spPr>
        <a:xfrm>
          <a:off x="4438598" y="1537178"/>
          <a:ext cx="1331610" cy="952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3830"/>
              </a:lnTo>
              <a:lnTo>
                <a:pt x="1331610" y="643830"/>
              </a:lnTo>
              <a:lnTo>
                <a:pt x="1331610" y="95270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24004B-217E-4835-AC69-684557341538}">
      <dsp:nvSpPr>
        <dsp:cNvPr id="0" name=""/>
        <dsp:cNvSpPr/>
      </dsp:nvSpPr>
      <dsp:spPr>
        <a:xfrm>
          <a:off x="4392878" y="1537178"/>
          <a:ext cx="91440" cy="9553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6522"/>
              </a:lnTo>
              <a:lnTo>
                <a:pt x="55677" y="646522"/>
              </a:lnTo>
              <a:lnTo>
                <a:pt x="55677" y="95539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86EDE1-4EC9-4C69-9FD3-6B106CFA773C}">
      <dsp:nvSpPr>
        <dsp:cNvPr id="0" name=""/>
        <dsp:cNvSpPr/>
      </dsp:nvSpPr>
      <dsp:spPr>
        <a:xfrm>
          <a:off x="2734982" y="1537178"/>
          <a:ext cx="1703615" cy="952707"/>
        </a:xfrm>
        <a:custGeom>
          <a:avLst/>
          <a:gdLst/>
          <a:ahLst/>
          <a:cxnLst/>
          <a:rect l="0" t="0" r="0" b="0"/>
          <a:pathLst>
            <a:path>
              <a:moveTo>
                <a:pt x="1703615" y="0"/>
              </a:moveTo>
              <a:lnTo>
                <a:pt x="1703615" y="643830"/>
              </a:lnTo>
              <a:lnTo>
                <a:pt x="0" y="643830"/>
              </a:lnTo>
              <a:lnTo>
                <a:pt x="0" y="95270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4122E4-D6AB-47BF-8D7A-5DAC5FD4BBB2}">
      <dsp:nvSpPr>
        <dsp:cNvPr id="0" name=""/>
        <dsp:cNvSpPr/>
      </dsp:nvSpPr>
      <dsp:spPr>
        <a:xfrm>
          <a:off x="900461" y="1537178"/>
          <a:ext cx="3538136" cy="942999"/>
        </a:xfrm>
        <a:custGeom>
          <a:avLst/>
          <a:gdLst/>
          <a:ahLst/>
          <a:cxnLst/>
          <a:rect l="0" t="0" r="0" b="0"/>
          <a:pathLst>
            <a:path>
              <a:moveTo>
                <a:pt x="3538136" y="0"/>
              </a:moveTo>
              <a:lnTo>
                <a:pt x="3538136" y="634123"/>
              </a:lnTo>
              <a:lnTo>
                <a:pt x="0" y="634123"/>
              </a:lnTo>
              <a:lnTo>
                <a:pt x="0" y="94299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1260E4-BE90-45DB-9B4E-E38152830BFC}">
      <dsp:nvSpPr>
        <dsp:cNvPr id="0" name=""/>
        <dsp:cNvSpPr/>
      </dsp:nvSpPr>
      <dsp:spPr>
        <a:xfrm>
          <a:off x="3792781" y="963977"/>
          <a:ext cx="1291633" cy="573201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Number System</a:t>
          </a:r>
        </a:p>
      </dsp:txBody>
      <dsp:txXfrm>
        <a:off x="3820762" y="991958"/>
        <a:ext cx="1235671" cy="517239"/>
      </dsp:txXfrm>
    </dsp:sp>
    <dsp:sp modelId="{60EADFBD-2F05-4799-BB78-CD3147D4A503}">
      <dsp:nvSpPr>
        <dsp:cNvPr id="0" name=""/>
        <dsp:cNvSpPr/>
      </dsp:nvSpPr>
      <dsp:spPr>
        <a:xfrm>
          <a:off x="392639" y="2480178"/>
          <a:ext cx="1015644" cy="605236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Binary </a:t>
          </a:r>
          <a:r>
            <a:rPr lang="en-US" sz="2000" b="1" kern="1200" dirty="0">
              <a:solidFill>
                <a:srgbClr val="00B0F0"/>
              </a:solidFill>
            </a:rPr>
            <a:t>(Base-2)</a:t>
          </a:r>
        </a:p>
      </dsp:txBody>
      <dsp:txXfrm>
        <a:off x="422184" y="2509723"/>
        <a:ext cx="956554" cy="546146"/>
      </dsp:txXfrm>
    </dsp:sp>
    <dsp:sp modelId="{A6048C4B-B73E-4ACD-9AC3-BB0DA33F460E}">
      <dsp:nvSpPr>
        <dsp:cNvPr id="0" name=""/>
        <dsp:cNvSpPr/>
      </dsp:nvSpPr>
      <dsp:spPr>
        <a:xfrm>
          <a:off x="1792644" y="2489885"/>
          <a:ext cx="1884676" cy="605236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BCD </a:t>
          </a:r>
          <a:r>
            <a:rPr lang="en-US" sz="2000" b="1" kern="1200" dirty="0">
              <a:solidFill>
                <a:srgbClr val="00B0F0"/>
              </a:solidFill>
            </a:rPr>
            <a:t>(Binary Coded Decimal)</a:t>
          </a:r>
        </a:p>
      </dsp:txBody>
      <dsp:txXfrm>
        <a:off x="1822189" y="2519430"/>
        <a:ext cx="1825586" cy="546146"/>
      </dsp:txXfrm>
    </dsp:sp>
    <dsp:sp modelId="{BD72B587-CEB3-4BE0-B003-48D3F20C1CA2}">
      <dsp:nvSpPr>
        <dsp:cNvPr id="0" name=""/>
        <dsp:cNvSpPr/>
      </dsp:nvSpPr>
      <dsp:spPr>
        <a:xfrm>
          <a:off x="3977518" y="2492577"/>
          <a:ext cx="942073" cy="602544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Octal </a:t>
          </a:r>
          <a:r>
            <a:rPr lang="en-US" sz="1800" b="1" kern="1200" dirty="0">
              <a:solidFill>
                <a:srgbClr val="00B0F0"/>
              </a:solidFill>
            </a:rPr>
            <a:t>(Base-8)</a:t>
          </a:r>
        </a:p>
      </dsp:txBody>
      <dsp:txXfrm>
        <a:off x="4006932" y="2521991"/>
        <a:ext cx="883245" cy="543716"/>
      </dsp:txXfrm>
    </dsp:sp>
    <dsp:sp modelId="{FE68AB73-7111-4270-AA51-9AFC7BA4F1EB}">
      <dsp:nvSpPr>
        <dsp:cNvPr id="0" name=""/>
        <dsp:cNvSpPr/>
      </dsp:nvSpPr>
      <dsp:spPr>
        <a:xfrm>
          <a:off x="5242206" y="2489885"/>
          <a:ext cx="1056004" cy="605236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Decimal </a:t>
          </a:r>
          <a:r>
            <a:rPr lang="en-US" sz="1800" b="1" kern="1200" dirty="0">
              <a:solidFill>
                <a:srgbClr val="00B0F0"/>
              </a:solidFill>
            </a:rPr>
            <a:t>(Base-10)</a:t>
          </a:r>
        </a:p>
      </dsp:txBody>
      <dsp:txXfrm>
        <a:off x="5271751" y="2519430"/>
        <a:ext cx="996914" cy="546146"/>
      </dsp:txXfrm>
    </dsp:sp>
    <dsp:sp modelId="{AC9D62FE-02EC-4A67-A5AE-3A8BDF601731}">
      <dsp:nvSpPr>
        <dsp:cNvPr id="0" name=""/>
        <dsp:cNvSpPr/>
      </dsp:nvSpPr>
      <dsp:spPr>
        <a:xfrm>
          <a:off x="6885135" y="2482914"/>
          <a:ext cx="1384972" cy="612207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Hexadecimal </a:t>
          </a:r>
          <a:r>
            <a:rPr lang="en-US" sz="1800" b="1" kern="1200" dirty="0">
              <a:solidFill>
                <a:srgbClr val="00B0F0"/>
              </a:solidFill>
            </a:rPr>
            <a:t>(Base-16)</a:t>
          </a:r>
        </a:p>
      </dsp:txBody>
      <dsp:txXfrm>
        <a:off x="6915020" y="2512799"/>
        <a:ext cx="1325202" cy="5524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3AA8E6-9433-492F-AC4B-9A03FBBB10A1}">
      <dsp:nvSpPr>
        <dsp:cNvPr id="0" name=""/>
        <dsp:cNvSpPr/>
      </dsp:nvSpPr>
      <dsp:spPr>
        <a:xfrm>
          <a:off x="7234677" y="1821897"/>
          <a:ext cx="610338" cy="6725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091"/>
              </a:lnTo>
              <a:lnTo>
                <a:pt x="610338" y="471091"/>
              </a:lnTo>
              <a:lnTo>
                <a:pt x="610338" y="6725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ACFBC4-9D3E-491E-8317-498DF1F13C17}">
      <dsp:nvSpPr>
        <dsp:cNvPr id="0" name=""/>
        <dsp:cNvSpPr/>
      </dsp:nvSpPr>
      <dsp:spPr>
        <a:xfrm>
          <a:off x="6624339" y="1821897"/>
          <a:ext cx="610338" cy="672564"/>
        </a:xfrm>
        <a:custGeom>
          <a:avLst/>
          <a:gdLst/>
          <a:ahLst/>
          <a:cxnLst/>
          <a:rect l="0" t="0" r="0" b="0"/>
          <a:pathLst>
            <a:path>
              <a:moveTo>
                <a:pt x="610338" y="0"/>
              </a:moveTo>
              <a:lnTo>
                <a:pt x="610338" y="471091"/>
              </a:lnTo>
              <a:lnTo>
                <a:pt x="0" y="471091"/>
              </a:lnTo>
              <a:lnTo>
                <a:pt x="0" y="6725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90FBAB-9FF8-4C31-9A53-015040CE1FC5}">
      <dsp:nvSpPr>
        <dsp:cNvPr id="0" name=""/>
        <dsp:cNvSpPr/>
      </dsp:nvSpPr>
      <dsp:spPr>
        <a:xfrm>
          <a:off x="4583908" y="549336"/>
          <a:ext cx="2650769" cy="5257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4265"/>
              </a:lnTo>
              <a:lnTo>
                <a:pt x="2650769" y="324265"/>
              </a:lnTo>
              <a:lnTo>
                <a:pt x="2650769" y="52573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EECF2B-2B82-45E3-9D34-D4ADE0019DCD}">
      <dsp:nvSpPr>
        <dsp:cNvPr id="0" name=""/>
        <dsp:cNvSpPr/>
      </dsp:nvSpPr>
      <dsp:spPr>
        <a:xfrm>
          <a:off x="4547623" y="1822827"/>
          <a:ext cx="669369" cy="6725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091"/>
              </a:lnTo>
              <a:lnTo>
                <a:pt x="669369" y="471091"/>
              </a:lnTo>
              <a:lnTo>
                <a:pt x="669369" y="6725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2ABEE0-A79A-4F80-9006-32B90AB2C03D}">
      <dsp:nvSpPr>
        <dsp:cNvPr id="0" name=""/>
        <dsp:cNvSpPr/>
      </dsp:nvSpPr>
      <dsp:spPr>
        <a:xfrm>
          <a:off x="3941478" y="1822827"/>
          <a:ext cx="606145" cy="672564"/>
        </a:xfrm>
        <a:custGeom>
          <a:avLst/>
          <a:gdLst/>
          <a:ahLst/>
          <a:cxnLst/>
          <a:rect l="0" t="0" r="0" b="0"/>
          <a:pathLst>
            <a:path>
              <a:moveTo>
                <a:pt x="606145" y="0"/>
              </a:moveTo>
              <a:lnTo>
                <a:pt x="606145" y="471091"/>
              </a:lnTo>
              <a:lnTo>
                <a:pt x="0" y="471091"/>
              </a:lnTo>
              <a:lnTo>
                <a:pt x="0" y="6725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D755AB-F0C5-424E-81FD-D50B9ECA9C2C}">
      <dsp:nvSpPr>
        <dsp:cNvPr id="0" name=""/>
        <dsp:cNvSpPr/>
      </dsp:nvSpPr>
      <dsp:spPr>
        <a:xfrm>
          <a:off x="4501903" y="549336"/>
          <a:ext cx="91440" cy="525738"/>
        </a:xfrm>
        <a:custGeom>
          <a:avLst/>
          <a:gdLst/>
          <a:ahLst/>
          <a:cxnLst/>
          <a:rect l="0" t="0" r="0" b="0"/>
          <a:pathLst>
            <a:path>
              <a:moveTo>
                <a:pt x="82004" y="0"/>
              </a:moveTo>
              <a:lnTo>
                <a:pt x="82004" y="324265"/>
              </a:lnTo>
              <a:lnTo>
                <a:pt x="45720" y="324265"/>
              </a:lnTo>
              <a:lnTo>
                <a:pt x="45720" y="52573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881B50-E20F-45BD-8199-655DF09C17AA}">
      <dsp:nvSpPr>
        <dsp:cNvPr id="0" name=""/>
        <dsp:cNvSpPr/>
      </dsp:nvSpPr>
      <dsp:spPr>
        <a:xfrm>
          <a:off x="1587477" y="1821897"/>
          <a:ext cx="1220676" cy="6725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091"/>
              </a:lnTo>
              <a:lnTo>
                <a:pt x="1220676" y="471091"/>
              </a:lnTo>
              <a:lnTo>
                <a:pt x="1220676" y="6725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D0495E-8478-49C6-8494-C17F29EE733E}">
      <dsp:nvSpPr>
        <dsp:cNvPr id="0" name=""/>
        <dsp:cNvSpPr/>
      </dsp:nvSpPr>
      <dsp:spPr>
        <a:xfrm>
          <a:off x="1541757" y="1821897"/>
          <a:ext cx="91440" cy="6725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25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5AB4D6-A25F-4547-9A3A-BF17E616978C}">
      <dsp:nvSpPr>
        <dsp:cNvPr id="0" name=""/>
        <dsp:cNvSpPr/>
      </dsp:nvSpPr>
      <dsp:spPr>
        <a:xfrm>
          <a:off x="408865" y="1821897"/>
          <a:ext cx="1178612" cy="672564"/>
        </a:xfrm>
        <a:custGeom>
          <a:avLst/>
          <a:gdLst/>
          <a:ahLst/>
          <a:cxnLst/>
          <a:rect l="0" t="0" r="0" b="0"/>
          <a:pathLst>
            <a:path>
              <a:moveTo>
                <a:pt x="1178612" y="0"/>
              </a:moveTo>
              <a:lnTo>
                <a:pt x="1178612" y="471091"/>
              </a:lnTo>
              <a:lnTo>
                <a:pt x="0" y="471091"/>
              </a:lnTo>
              <a:lnTo>
                <a:pt x="0" y="6725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57CF09-687B-4EDB-96FC-93FFA978C767}">
      <dsp:nvSpPr>
        <dsp:cNvPr id="0" name=""/>
        <dsp:cNvSpPr/>
      </dsp:nvSpPr>
      <dsp:spPr>
        <a:xfrm>
          <a:off x="1587477" y="549336"/>
          <a:ext cx="2996430" cy="525738"/>
        </a:xfrm>
        <a:custGeom>
          <a:avLst/>
          <a:gdLst/>
          <a:ahLst/>
          <a:cxnLst/>
          <a:rect l="0" t="0" r="0" b="0"/>
          <a:pathLst>
            <a:path>
              <a:moveTo>
                <a:pt x="2996430" y="0"/>
              </a:moveTo>
              <a:lnTo>
                <a:pt x="2996430" y="324265"/>
              </a:lnTo>
              <a:lnTo>
                <a:pt x="0" y="324265"/>
              </a:lnTo>
              <a:lnTo>
                <a:pt x="0" y="52573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511D09-0042-4A6E-982A-0223433166E3}">
      <dsp:nvSpPr>
        <dsp:cNvPr id="0" name=""/>
        <dsp:cNvSpPr/>
      </dsp:nvSpPr>
      <dsp:spPr>
        <a:xfrm>
          <a:off x="3782113" y="26552"/>
          <a:ext cx="1603590" cy="522783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 dirty="0">
              <a:solidFill>
                <a:srgbClr val="7030A0"/>
              </a:solidFill>
            </a:rPr>
            <a:t>Logic Gates</a:t>
          </a:r>
        </a:p>
      </dsp:txBody>
      <dsp:txXfrm>
        <a:off x="3807633" y="52072"/>
        <a:ext cx="1552550" cy="471743"/>
      </dsp:txXfrm>
    </dsp:sp>
    <dsp:sp modelId="{8B4B1D55-4109-4EAC-810B-1FE9ADCC136A}">
      <dsp:nvSpPr>
        <dsp:cNvPr id="0" name=""/>
        <dsp:cNvSpPr/>
      </dsp:nvSpPr>
      <dsp:spPr>
        <a:xfrm>
          <a:off x="801867" y="1075075"/>
          <a:ext cx="1571220" cy="746821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sz="2000" b="1" kern="1200" dirty="0">
              <a:solidFill>
                <a:srgbClr val="7030A0"/>
              </a:solidFill>
            </a:rPr>
            <a:t>Basic  Logic Gates</a:t>
          </a:r>
        </a:p>
      </dsp:txBody>
      <dsp:txXfrm>
        <a:off x="838324" y="1111532"/>
        <a:ext cx="1498306" cy="673907"/>
      </dsp:txXfrm>
    </dsp:sp>
    <dsp:sp modelId="{482CD5A2-D87C-46DA-BC37-F6EA2873F933}">
      <dsp:nvSpPr>
        <dsp:cNvPr id="0" name=""/>
        <dsp:cNvSpPr/>
      </dsp:nvSpPr>
      <dsp:spPr>
        <a:xfrm>
          <a:off x="0" y="2494461"/>
          <a:ext cx="817730" cy="650431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</a:rPr>
            <a:t>AND gate</a:t>
          </a:r>
        </a:p>
      </dsp:txBody>
      <dsp:txXfrm>
        <a:off x="31751" y="2526212"/>
        <a:ext cx="754228" cy="586929"/>
      </dsp:txXfrm>
    </dsp:sp>
    <dsp:sp modelId="{4EDF4D89-BADB-440D-8501-FAFD296DA741}">
      <dsp:nvSpPr>
        <dsp:cNvPr id="0" name=""/>
        <dsp:cNvSpPr/>
      </dsp:nvSpPr>
      <dsp:spPr>
        <a:xfrm>
          <a:off x="1178612" y="2494461"/>
          <a:ext cx="817730" cy="650431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</a:rPr>
            <a:t>OR gate</a:t>
          </a:r>
        </a:p>
      </dsp:txBody>
      <dsp:txXfrm>
        <a:off x="1210363" y="2526212"/>
        <a:ext cx="754228" cy="586929"/>
      </dsp:txXfrm>
    </dsp:sp>
    <dsp:sp modelId="{ED42B415-4D80-4567-96D1-0D3946F009C5}">
      <dsp:nvSpPr>
        <dsp:cNvPr id="0" name=""/>
        <dsp:cNvSpPr/>
      </dsp:nvSpPr>
      <dsp:spPr>
        <a:xfrm>
          <a:off x="2399289" y="2494461"/>
          <a:ext cx="817730" cy="650431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</a:rPr>
            <a:t>NOT gate</a:t>
          </a:r>
        </a:p>
      </dsp:txBody>
      <dsp:txXfrm>
        <a:off x="2431040" y="2526212"/>
        <a:ext cx="754228" cy="586929"/>
      </dsp:txXfrm>
    </dsp:sp>
    <dsp:sp modelId="{2686D9DE-5DC5-4F48-98E7-F5C2960D5D91}">
      <dsp:nvSpPr>
        <dsp:cNvPr id="0" name=""/>
        <dsp:cNvSpPr/>
      </dsp:nvSpPr>
      <dsp:spPr>
        <a:xfrm>
          <a:off x="3707951" y="1075075"/>
          <a:ext cx="1679344" cy="747752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</a:rPr>
            <a:t>Universal Logic Gates </a:t>
          </a:r>
        </a:p>
      </dsp:txBody>
      <dsp:txXfrm>
        <a:off x="3744453" y="1111577"/>
        <a:ext cx="1606340" cy="674748"/>
      </dsp:txXfrm>
    </dsp:sp>
    <dsp:sp modelId="{42D34FA8-5CBF-4420-8023-751218DD02A5}">
      <dsp:nvSpPr>
        <dsp:cNvPr id="0" name=""/>
        <dsp:cNvSpPr/>
      </dsp:nvSpPr>
      <dsp:spPr>
        <a:xfrm>
          <a:off x="3424517" y="2495392"/>
          <a:ext cx="1033920" cy="649510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NAND gate</a:t>
          </a:r>
        </a:p>
      </dsp:txBody>
      <dsp:txXfrm>
        <a:off x="3456223" y="2527098"/>
        <a:ext cx="970508" cy="586098"/>
      </dsp:txXfrm>
    </dsp:sp>
    <dsp:sp modelId="{8069DE87-7443-40F1-B17B-8B05117D6618}">
      <dsp:nvSpPr>
        <dsp:cNvPr id="0" name=""/>
        <dsp:cNvSpPr/>
      </dsp:nvSpPr>
      <dsp:spPr>
        <a:xfrm>
          <a:off x="4839145" y="2495392"/>
          <a:ext cx="755696" cy="587658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NOR gate</a:t>
          </a:r>
        </a:p>
      </dsp:txBody>
      <dsp:txXfrm>
        <a:off x="4867832" y="2524079"/>
        <a:ext cx="698322" cy="530284"/>
      </dsp:txXfrm>
    </dsp:sp>
    <dsp:sp modelId="{7584EE61-8922-4FDA-AED6-38CC6F65C8C4}">
      <dsp:nvSpPr>
        <dsp:cNvPr id="0" name=""/>
        <dsp:cNvSpPr/>
      </dsp:nvSpPr>
      <dsp:spPr>
        <a:xfrm>
          <a:off x="6227246" y="1075075"/>
          <a:ext cx="2014863" cy="746821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</a:rPr>
            <a:t>Other  Logic Gates (Exclusive gates)</a:t>
          </a:r>
        </a:p>
      </dsp:txBody>
      <dsp:txXfrm>
        <a:off x="6263703" y="1111532"/>
        <a:ext cx="1941949" cy="673907"/>
      </dsp:txXfrm>
    </dsp:sp>
    <dsp:sp modelId="{9383B0CC-C309-4FF5-8FA3-EB58BB1343BE}">
      <dsp:nvSpPr>
        <dsp:cNvPr id="0" name=""/>
        <dsp:cNvSpPr/>
      </dsp:nvSpPr>
      <dsp:spPr>
        <a:xfrm>
          <a:off x="6215474" y="2494461"/>
          <a:ext cx="817730" cy="650431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</a:rPr>
            <a:t>XOR gate</a:t>
          </a:r>
        </a:p>
      </dsp:txBody>
      <dsp:txXfrm>
        <a:off x="6247225" y="2526212"/>
        <a:ext cx="754228" cy="586929"/>
      </dsp:txXfrm>
    </dsp:sp>
    <dsp:sp modelId="{6053360D-FB41-45E3-AA55-CE63A8AD021B}">
      <dsp:nvSpPr>
        <dsp:cNvPr id="0" name=""/>
        <dsp:cNvSpPr/>
      </dsp:nvSpPr>
      <dsp:spPr>
        <a:xfrm>
          <a:off x="7436150" y="2494461"/>
          <a:ext cx="817730" cy="650431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/>
          <a:lightRig rig="flat" dir="t"/>
        </a:scene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</a:rPr>
            <a:t>XNOR gate</a:t>
          </a:r>
        </a:p>
      </dsp:txBody>
      <dsp:txXfrm>
        <a:off x="7467901" y="2526212"/>
        <a:ext cx="754228" cy="5869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17048-5B25-4464-A91F-27ED4188A8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036694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92D36-C34A-4EDF-9CCC-ECE25D0FEBA1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2F46C-7321-4DE7-B21B-DE3AA31BE5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54010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2F46C-7321-4DE7-B21B-DE3AA31BE5C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4186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2F46C-7321-4DE7-B21B-DE3AA31BE5C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62769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7EA278-0014-4348-BDBF-81545AAE858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9482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7EA278-0014-4348-BDBF-81545AAE858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9482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F6-F6F5-4476-B67A-038E84F0FDE9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9418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94D0-E9F9-47A8-8948-340DC218360A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393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F3098-6417-4D3E-87C6-9CE7FBFB4E96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4060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B235-42B6-44FC-BE64-C920E6FE43B4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5446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3D53B-A5FA-4AA4-8894-1AC0FCEF589A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7087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B4372-02F8-4681-A7DA-2CC0E862D5F0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674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EC7-C68E-4AFD-8BCA-4A5173D8CBFE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1284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81DC2-C1FE-462E-8B44-85AF3DFDE9A4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8934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577C5-5045-48B7-8E6E-80B841CE040A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69498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ECF8-EB8C-4C0F-B985-BA5CF7CEB969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43800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D7EF-7A64-4AEB-808F-804CE4AB4424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P.R.E.C., Loni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0416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845F5-F461-4368-A3FA-4E49F981020F}" type="datetime1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P.R.E.C., Loni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3115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5" r:id="rId1"/>
    <p:sldLayoutId id="2147484526" r:id="rId2"/>
    <p:sldLayoutId id="2147484527" r:id="rId3"/>
    <p:sldLayoutId id="2147484528" r:id="rId4"/>
    <p:sldLayoutId id="2147484529" r:id="rId5"/>
    <p:sldLayoutId id="2147484530" r:id="rId6"/>
    <p:sldLayoutId id="2147484531" r:id="rId7"/>
    <p:sldLayoutId id="2147484532" r:id="rId8"/>
    <p:sldLayoutId id="2147484533" r:id="rId9"/>
    <p:sldLayoutId id="2147484534" r:id="rId10"/>
    <p:sldLayoutId id="214748453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diagramLayout" Target="../diagrams/layout1.xml"/><Relationship Id="rId7" Type="http://schemas.openxmlformats.org/officeDocument/2006/relationships/diagramLayout" Target="../diagrams/layout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microsoft.com/office/2007/relationships/diagramDrawing" Target="../diagrams/drawing1.xml"/><Relationship Id="rId4" Type="http://schemas.openxmlformats.org/officeDocument/2006/relationships/diagramQuickStyle" Target="../diagrams/quickStyle1.xml"/><Relationship Id="rId9" Type="http://schemas.openxmlformats.org/officeDocument/2006/relationships/diagramColors" Target="../diagrams/colors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905993"/>
            <a:ext cx="5029200" cy="190500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Presented by</a:t>
            </a:r>
          </a:p>
          <a:p>
            <a:pPr algn="ctr"/>
            <a:r>
              <a:rPr lang="en-US" sz="2000" b="1" dirty="0">
                <a:solidFill>
                  <a:srgbClr val="7030A0"/>
                </a:solidFill>
              </a:rPr>
              <a:t>Mr. Aniruddha Nirmal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Assistant Professor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Department of </a:t>
            </a:r>
            <a:r>
              <a:rPr lang="en-US" sz="2000" b="1" dirty="0" smtClean="0">
                <a:solidFill>
                  <a:schemeClr val="tx1"/>
                </a:solidFill>
              </a:rPr>
              <a:t>First Year </a:t>
            </a:r>
            <a:r>
              <a:rPr lang="en-US" sz="2000" b="1" dirty="0">
                <a:solidFill>
                  <a:schemeClr val="tx1"/>
                </a:solidFill>
              </a:rPr>
              <a:t>Engineering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DPCOE </a:t>
            </a:r>
            <a:r>
              <a:rPr lang="en-US" sz="2000" b="1" dirty="0" err="1">
                <a:solidFill>
                  <a:schemeClr val="tx1"/>
                </a:solidFill>
              </a:rPr>
              <a:t>Pune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00200" y="2133600"/>
            <a:ext cx="6553200" cy="12954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2800" b="1" dirty="0">
                <a:solidFill>
                  <a:srgbClr val="7030A0"/>
                </a:solidFill>
              </a:rPr>
              <a:t>Basic Electronics </a:t>
            </a:r>
            <a:r>
              <a:rPr lang="en-US" sz="12800" b="1" dirty="0" smtClean="0">
                <a:solidFill>
                  <a:srgbClr val="7030A0"/>
                </a:solidFill>
              </a:rPr>
              <a:t>Engineering</a:t>
            </a:r>
            <a:r>
              <a:rPr lang="en-US" sz="11200" dirty="0">
                <a:solidFill>
                  <a:srgbClr val="7030A0"/>
                </a:solidFill>
              </a:rPr>
              <a:t/>
            </a:r>
            <a:br>
              <a:rPr lang="en-US" sz="11200" dirty="0">
                <a:solidFill>
                  <a:srgbClr val="7030A0"/>
                </a:solidFill>
              </a:rPr>
            </a:br>
            <a:r>
              <a:rPr lang="en-US" sz="11200" dirty="0">
                <a:solidFill>
                  <a:srgbClr val="FF0000"/>
                </a:solidFill>
              </a:rPr>
              <a:t>FE </a:t>
            </a:r>
            <a:r>
              <a:rPr lang="en-US" sz="11200" dirty="0" smtClean="0">
                <a:solidFill>
                  <a:srgbClr val="FF0000"/>
                </a:solidFill>
              </a:rPr>
              <a:t>2024 </a:t>
            </a:r>
            <a:r>
              <a:rPr lang="en-US" sz="11200" dirty="0">
                <a:solidFill>
                  <a:srgbClr val="FF0000"/>
                </a:solidFill>
              </a:rPr>
              <a:t>Course</a:t>
            </a:r>
            <a:endParaRPr lang="en-US" sz="12800" dirty="0">
              <a:solidFill>
                <a:srgbClr val="7030A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34499" cy="685800"/>
          </a:xfrm>
        </p:spPr>
        <p:txBody>
          <a:bodyPr>
            <a:noAutofit/>
          </a:bodyPr>
          <a:lstStyle/>
          <a:p>
            <a:pPr marL="457200" indent="-457200" algn="l">
              <a:buBlip>
                <a:blip r:embed="rId3"/>
              </a:buBlip>
            </a:pPr>
            <a:r>
              <a:rPr lang="en-US" sz="3200" b="1" dirty="0">
                <a:solidFill>
                  <a:srgbClr val="C00000"/>
                </a:solidFill>
              </a:rPr>
              <a:t>Unit III : </a:t>
            </a:r>
            <a:r>
              <a:rPr lang="en-US" sz="3200" b="1" dirty="0" smtClean="0">
                <a:solidFill>
                  <a:srgbClr val="C00000"/>
                </a:solidFill>
              </a:rPr>
              <a:t>Logic Gates and Digital Circuits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943600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5900" b="1" dirty="0">
                <a:solidFill>
                  <a:srgbClr val="00B0F0"/>
                </a:solidFill>
              </a:rPr>
              <a:t>Syllabus</a:t>
            </a:r>
            <a:endParaRPr lang="en-US" sz="5900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5100" b="1" dirty="0">
                <a:solidFill>
                  <a:srgbClr val="7030A0"/>
                </a:solidFill>
              </a:rPr>
              <a:t>Number System:</a:t>
            </a:r>
          </a:p>
          <a:p>
            <a:pPr lvl="1"/>
            <a:r>
              <a:rPr lang="en-US" sz="3800" dirty="0"/>
              <a:t>Binary, Octal, Decimal, Hexadecimal, BCD, their conversion and arithmetic</a:t>
            </a:r>
            <a:endParaRPr lang="en-US" sz="3800" b="1" dirty="0"/>
          </a:p>
          <a:p>
            <a:pPr lvl="1"/>
            <a:r>
              <a:rPr lang="en-US" sz="3800" dirty="0"/>
              <a:t>De-Morgan’s theorems. </a:t>
            </a:r>
            <a:endParaRPr lang="en-US" sz="3800" b="1" dirty="0"/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5100" b="1" dirty="0">
                <a:solidFill>
                  <a:srgbClr val="7030A0"/>
                </a:solidFill>
              </a:rPr>
              <a:t>Logic Gates: Classification</a:t>
            </a:r>
          </a:p>
          <a:p>
            <a:pPr lvl="1"/>
            <a:r>
              <a:rPr lang="en-US" sz="3800" dirty="0"/>
              <a:t>Basic gates: AND, OR, NOT</a:t>
            </a:r>
          </a:p>
          <a:p>
            <a:pPr lvl="1"/>
            <a:r>
              <a:rPr lang="en-US" sz="3800" dirty="0"/>
              <a:t>Universal gate: NAND, NOR</a:t>
            </a:r>
          </a:p>
          <a:p>
            <a:pPr lvl="1"/>
            <a:r>
              <a:rPr lang="en-US" sz="3800" dirty="0"/>
              <a:t>Other gates: XOR, XNOR</a:t>
            </a:r>
          </a:p>
          <a:p>
            <a:pPr lvl="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5100" b="1" dirty="0">
                <a:solidFill>
                  <a:srgbClr val="7030A0"/>
                </a:solidFill>
              </a:rPr>
              <a:t>Combinational Design</a:t>
            </a:r>
          </a:p>
          <a:p>
            <a:pPr lvl="1"/>
            <a:r>
              <a:rPr lang="en-US" sz="3800" dirty="0"/>
              <a:t>Half adder</a:t>
            </a:r>
          </a:p>
          <a:p>
            <a:pPr lvl="1"/>
            <a:r>
              <a:rPr lang="en-US" sz="3800" dirty="0"/>
              <a:t>Full adder 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de-DE" sz="5100" b="1" dirty="0">
                <a:solidFill>
                  <a:srgbClr val="7030A0"/>
                </a:solidFill>
              </a:rPr>
              <a:t>Flip Flop’s: </a:t>
            </a:r>
            <a:endParaRPr lang="en-US" sz="5100" b="1" dirty="0">
              <a:solidFill>
                <a:srgbClr val="7030A0"/>
              </a:solidFill>
            </a:endParaRPr>
          </a:p>
          <a:p>
            <a:pPr lvl="1"/>
            <a:r>
              <a:rPr lang="en-US" sz="3800" dirty="0"/>
              <a:t>SR Latch, Flip Flops - SR, JK, T and D 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5100" b="1" dirty="0">
                <a:solidFill>
                  <a:srgbClr val="7030A0"/>
                </a:solidFill>
              </a:rPr>
              <a:t>Introduction to, </a:t>
            </a:r>
          </a:p>
          <a:p>
            <a:pPr lvl="1"/>
            <a:r>
              <a:rPr lang="en-US" sz="3800" dirty="0"/>
              <a:t>Microprocessor (</a:t>
            </a:r>
            <a:r>
              <a:rPr lang="en-US" sz="3800" dirty="0">
                <a:solidFill>
                  <a:srgbClr val="FF0000"/>
                </a:solidFill>
              </a:rPr>
              <a:t>µP</a:t>
            </a:r>
            <a:r>
              <a:rPr lang="en-US" sz="3800" dirty="0"/>
              <a:t>) - Block diagram (Architecture) and explanation</a:t>
            </a:r>
          </a:p>
          <a:p>
            <a:pPr lvl="1"/>
            <a:r>
              <a:rPr lang="en-US" sz="3800" dirty="0"/>
              <a:t>Microcontroller (</a:t>
            </a:r>
            <a:r>
              <a:rPr lang="en-US" sz="3800" dirty="0">
                <a:solidFill>
                  <a:srgbClr val="FF0000"/>
                </a:solidFill>
              </a:rPr>
              <a:t>µC</a:t>
            </a:r>
            <a:r>
              <a:rPr lang="en-US" sz="3800" dirty="0"/>
              <a:t>) - Block diagram (Architecture) and explanation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76200"/>
            <a:ext cx="8486899" cy="685800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</a:rPr>
              <a:t>Number System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5638800"/>
          </a:xfrm>
        </p:spPr>
        <p:txBody>
          <a:bodyPr>
            <a:normAutofit fontScale="85000" lnSpcReduction="20000"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Arial Narrow" pitchFamily="34" charset="0"/>
              </a:rPr>
              <a:t>Radix or Base (R):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Arial Narrow" pitchFamily="34" charset="0"/>
              </a:rPr>
              <a:t>	The radix or base of a number system is defined as the number of different digits (Basic elements) which can occur in each position in the number system.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800" dirty="0">
              <a:latin typeface="Arial Narrow" pitchFamily="34" charset="0"/>
            </a:endParaRPr>
          </a:p>
          <a:p>
            <a:r>
              <a:rPr lang="en-US" sz="2800" b="1" dirty="0">
                <a:solidFill>
                  <a:srgbClr val="7030A0"/>
                </a:solidFill>
                <a:latin typeface="Arial Narrow" pitchFamily="34" charset="0"/>
              </a:rPr>
              <a:t>Radix Point: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Arial Narrow" pitchFamily="34" charset="0"/>
              </a:rPr>
              <a:t>	The generalized form of a decimal point is known as radix point. In any positional number system the radix point divides the integer and fractional part.</a:t>
            </a:r>
          </a:p>
          <a:p>
            <a:pPr marL="0" indent="0">
              <a:buNone/>
            </a:pPr>
            <a:r>
              <a:rPr lang="en-US" b="1" dirty="0">
                <a:latin typeface="Arial Narrow" pitchFamily="34" charset="0"/>
              </a:rPr>
              <a:t>	</a:t>
            </a:r>
            <a:r>
              <a:rPr lang="en-US" sz="3000" b="1" dirty="0">
                <a:latin typeface="Arial Narrow" pitchFamily="34" charset="0"/>
              </a:rPr>
              <a:t>N</a:t>
            </a:r>
            <a:r>
              <a:rPr lang="en-US" sz="3000" b="1" baseline="-25000" dirty="0">
                <a:latin typeface="Arial Narrow" pitchFamily="34" charset="0"/>
              </a:rPr>
              <a:t>r</a:t>
            </a:r>
            <a:r>
              <a:rPr lang="en-US" sz="3000" b="1" dirty="0">
                <a:latin typeface="Arial Narrow" pitchFamily="34" charset="0"/>
              </a:rPr>
              <a:t> = [ </a:t>
            </a:r>
            <a:r>
              <a:rPr lang="en-US" sz="3000" b="1" dirty="0">
                <a:solidFill>
                  <a:srgbClr val="FF0000"/>
                </a:solidFill>
                <a:latin typeface="Arial Narrow" pitchFamily="34" charset="0"/>
              </a:rPr>
              <a:t>Integer part </a:t>
            </a:r>
            <a:r>
              <a:rPr lang="en-US" sz="4300" b="1" dirty="0">
                <a:latin typeface="Arial Narrow" pitchFamily="34" charset="0"/>
              </a:rPr>
              <a:t>. </a:t>
            </a:r>
            <a:r>
              <a:rPr lang="en-US" sz="3000" b="1" dirty="0">
                <a:latin typeface="Arial Narrow" pitchFamily="34" charset="0"/>
              </a:rPr>
              <a:t> </a:t>
            </a:r>
            <a:r>
              <a:rPr lang="en-US" sz="3000" b="1" dirty="0">
                <a:solidFill>
                  <a:srgbClr val="7030A0"/>
                </a:solidFill>
                <a:latin typeface="Arial Narrow" pitchFamily="34" charset="0"/>
              </a:rPr>
              <a:t>Fractional part </a:t>
            </a:r>
            <a:r>
              <a:rPr lang="en-US" sz="3000" b="1" dirty="0">
                <a:latin typeface="Arial Narrow" pitchFamily="34" charset="0"/>
              </a:rPr>
              <a:t>]</a:t>
            </a:r>
            <a:endParaRPr lang="en-US" sz="3000" dirty="0">
              <a:latin typeface="Arial Narrow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 Narrow" pitchFamily="34" charset="0"/>
              </a:rPr>
              <a:t>			      </a:t>
            </a:r>
            <a:r>
              <a:rPr lang="en-US" sz="3600" b="1" dirty="0">
                <a:solidFill>
                  <a:srgbClr val="00B0F0"/>
                </a:solidFill>
                <a:latin typeface="Arial Narrow" pitchFamily="34" charset="0"/>
              </a:rPr>
              <a:t>↑</a:t>
            </a:r>
            <a:endParaRPr lang="en-US" sz="3600" dirty="0">
              <a:solidFill>
                <a:srgbClr val="00B0F0"/>
              </a:solidFill>
              <a:latin typeface="Arial Narrow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 Narrow" pitchFamily="34" charset="0"/>
              </a:rPr>
              <a:t>		     </a:t>
            </a:r>
            <a:r>
              <a:rPr lang="en-US" sz="2400" b="1" dirty="0">
                <a:latin typeface="Arial Narrow" pitchFamily="34" charset="0"/>
              </a:rPr>
              <a:t>Radix point (Binary pt./Decimal pt./ Octal pt./Hex. pt.)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7030A0"/>
                </a:solidFill>
                <a:latin typeface="Arial Narrow" pitchFamily="34" charset="0"/>
              </a:rPr>
              <a:t>	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7030A0"/>
                </a:solidFill>
                <a:latin typeface="Arial Narrow" pitchFamily="34" charset="0"/>
              </a:rPr>
              <a:t>Where, N</a:t>
            </a:r>
            <a:r>
              <a:rPr lang="en-US" sz="3000" b="1" baseline="-25000" dirty="0">
                <a:solidFill>
                  <a:srgbClr val="7030A0"/>
                </a:solidFill>
                <a:latin typeface="Arial Narrow" pitchFamily="34" charset="0"/>
              </a:rPr>
              <a:t>r </a:t>
            </a:r>
            <a:r>
              <a:rPr lang="en-US" sz="3000" b="1" dirty="0">
                <a:solidFill>
                  <a:srgbClr val="7030A0"/>
                </a:solidFill>
                <a:latin typeface="Arial Narrow" pitchFamily="34" charset="0"/>
              </a:rPr>
              <a:t>– </a:t>
            </a:r>
            <a:r>
              <a:rPr lang="en-US" sz="3000" b="1" dirty="0">
                <a:latin typeface="Arial Narrow" pitchFamily="34" charset="0"/>
              </a:rPr>
              <a:t>Number in base “r”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2192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</a:rPr>
              <a:t>Classification of Number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289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228016290"/>
              </p:ext>
            </p:extLst>
          </p:nvPr>
        </p:nvGraphicFramePr>
        <p:xfrm>
          <a:off x="304800" y="2438400"/>
          <a:ext cx="8534400" cy="2743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/>
          <p:cNvGraphicFramePr/>
          <p:nvPr>
            <p:extLst>
              <p:ext uri="{D42A27DB-BD31-4B8C-83A1-F6EECF244321}">
                <p14:modId xmlns="" xmlns:p14="http://schemas.microsoft.com/office/powerpoint/2010/main" val="1946819164"/>
              </p:ext>
            </p:extLst>
          </p:nvPr>
        </p:nvGraphicFramePr>
        <p:xfrm>
          <a:off x="75210" y="1426029"/>
          <a:ext cx="87630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7621" y="57522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Except BCD all other number systems are </a:t>
            </a:r>
            <a:r>
              <a:rPr lang="en-US" dirty="0">
                <a:solidFill>
                  <a:srgbClr val="FF0000"/>
                </a:solidFill>
              </a:rPr>
              <a:t>Positional weighted </a:t>
            </a:r>
            <a:r>
              <a:rPr lang="en-US" dirty="0">
                <a:solidFill>
                  <a:srgbClr val="7030A0"/>
                </a:solidFill>
              </a:rPr>
              <a:t>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3935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98438"/>
            <a:ext cx="8382000" cy="563562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</a:rPr>
              <a:t>Description about of Number System</a:t>
            </a:r>
            <a:endParaRPr lang="en-US" sz="36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163967520"/>
              </p:ext>
            </p:extLst>
          </p:nvPr>
        </p:nvGraphicFramePr>
        <p:xfrm>
          <a:off x="152400" y="1295400"/>
          <a:ext cx="8686804" cy="471857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3023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7242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3114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29540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rPr lang="en-US" sz="1600" dirty="0"/>
                        <a:t>Number system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Base or Radix of the system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No. of digits</a:t>
                      </a:r>
                      <a:r>
                        <a:rPr lang="en-US" sz="1600" baseline="0" dirty="0"/>
                        <a:t>/ e</a:t>
                      </a:r>
                      <a:r>
                        <a:rPr lang="en-US" sz="1600" dirty="0"/>
                        <a:t>lements used 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Digits</a:t>
                      </a:r>
                      <a:r>
                        <a:rPr lang="en-US" sz="1600" baseline="0" dirty="0"/>
                        <a:t>/</a:t>
                      </a:r>
                      <a:r>
                        <a:rPr lang="en-US" sz="1600" dirty="0"/>
                        <a:t>Elements/ Symbols used in </a:t>
                      </a:r>
                      <a:r>
                        <a:rPr lang="en-US" sz="1600" baseline="0" dirty="0"/>
                        <a:t>the system</a:t>
                      </a:r>
                      <a:endParaRPr lang="en-US" sz="1600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Least element of the system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Largest element of the system</a:t>
                      </a:r>
                    </a:p>
                  </a:txBody>
                  <a:tcPr marL="94492" marR="94492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35849">
                <a:tc>
                  <a:txBody>
                    <a:bodyPr/>
                    <a:lstStyle/>
                    <a:p>
                      <a:r>
                        <a:rPr lang="en-US" sz="1800" dirty="0"/>
                        <a:t>Binary (B)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0, 1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4492" marR="94492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0126">
                <a:tc>
                  <a:txBody>
                    <a:bodyPr/>
                    <a:lstStyle/>
                    <a:p>
                      <a:r>
                        <a:rPr lang="en-US" sz="1800" dirty="0"/>
                        <a:t>Octal (O)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0, 1, 2, 3,</a:t>
                      </a:r>
                      <a:r>
                        <a:rPr lang="en-US" sz="1800" baseline="0" dirty="0"/>
                        <a:t> 4, 5, 6, 7</a:t>
                      </a:r>
                      <a:endParaRPr lang="en-US" sz="1800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94492" marR="94492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r>
                        <a:rPr lang="en-US" sz="1800" dirty="0"/>
                        <a:t>Decimal (D)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0, 1, 2, 3,</a:t>
                      </a:r>
                      <a:r>
                        <a:rPr lang="en-US" sz="1800" baseline="0" dirty="0"/>
                        <a:t> 4, 5, 6, 7, 8, 9</a:t>
                      </a:r>
                      <a:endParaRPr lang="en-US" sz="1800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9</a:t>
                      </a:r>
                    </a:p>
                  </a:txBody>
                  <a:tcPr marL="94492" marR="94492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03774">
                <a:tc>
                  <a:txBody>
                    <a:bodyPr/>
                    <a:lstStyle/>
                    <a:p>
                      <a:r>
                        <a:rPr lang="en-US" sz="1800" dirty="0"/>
                        <a:t>Hexadecimal (H)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0, 1, 2, 3,</a:t>
                      </a:r>
                      <a:r>
                        <a:rPr lang="en-US" sz="1800" baseline="0" dirty="0"/>
                        <a:t> 4, 5, 6, 7, 8, 9, A, B, C, D, E, F</a:t>
                      </a:r>
                      <a:endParaRPr lang="en-US" sz="1800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94492" marR="94492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88053">
                <a:tc>
                  <a:txBody>
                    <a:bodyPr/>
                    <a:lstStyle/>
                    <a:p>
                      <a:r>
                        <a:rPr lang="en-US" sz="1800" dirty="0"/>
                        <a:t>BCD (Binary Coded Decimal)</a:t>
                      </a:r>
                    </a:p>
                  </a:txBody>
                  <a:tcPr marL="94492" marR="94492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4-Bit</a:t>
                      </a:r>
                      <a:r>
                        <a:rPr lang="en-US" sz="1800" baseline="0" dirty="0"/>
                        <a:t> binary equivalent of each digit (from 0 to 9)</a:t>
                      </a:r>
                      <a:endParaRPr lang="en-US" sz="1800" dirty="0"/>
                    </a:p>
                  </a:txBody>
                  <a:tcPr marL="94492" marR="94492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0000, 0001, 0010, 0011, 0100,</a:t>
                      </a:r>
                      <a:r>
                        <a:rPr lang="en-US" sz="1800" baseline="0" dirty="0"/>
                        <a:t> 0101, 0110, 0111, 1000, 1001</a:t>
                      </a:r>
                      <a:endParaRPr lang="en-US" sz="1800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1001</a:t>
                      </a:r>
                    </a:p>
                  </a:txBody>
                  <a:tcPr marL="94492" marR="94492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7030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382000" cy="5410200"/>
          </a:xfrm>
        </p:spPr>
        <p:txBody>
          <a:bodyPr>
            <a:normAutofit/>
          </a:bodyPr>
          <a:lstStyle/>
          <a:p>
            <a:pPr marL="742950" lvl="2" indent="-342900"/>
            <a:r>
              <a:rPr lang="en-US" dirty="0"/>
              <a:t>The number system we are familiar with, used every day, is the </a:t>
            </a:r>
            <a:r>
              <a:rPr lang="en-US" i="1" dirty="0"/>
              <a:t>decimal number system.</a:t>
            </a:r>
            <a:endParaRPr lang="en-US" dirty="0"/>
          </a:p>
          <a:p>
            <a:pPr marL="742950" lvl="2" indent="-342900"/>
            <a:r>
              <a:rPr lang="en-US" dirty="0"/>
              <a:t>Referred to as the </a:t>
            </a:r>
            <a:r>
              <a:rPr lang="en-US" i="1" dirty="0">
                <a:solidFill>
                  <a:srgbClr val="FF0000"/>
                </a:solidFill>
              </a:rPr>
              <a:t>base 10 </a:t>
            </a:r>
            <a:r>
              <a:rPr lang="en-US" dirty="0"/>
              <a:t>system.</a:t>
            </a:r>
          </a:p>
          <a:p>
            <a:pPr marL="742950" lvl="2" indent="-342900"/>
            <a:r>
              <a:rPr lang="en-US" dirty="0"/>
              <a:t>The base 10 system is a </a:t>
            </a:r>
            <a:r>
              <a:rPr lang="en-US" i="1" dirty="0">
                <a:solidFill>
                  <a:srgbClr val="FF0000"/>
                </a:solidFill>
              </a:rPr>
              <a:t>positional weighted </a:t>
            </a:r>
            <a:r>
              <a:rPr lang="en-US" i="1" dirty="0"/>
              <a:t>system</a:t>
            </a:r>
          </a:p>
          <a:p>
            <a:pPr marL="742950" lvl="2" indent="-342900"/>
            <a:r>
              <a:rPr lang="en-US" dirty="0"/>
              <a:t>The base 10 number system has 10 distinct symbols or digits (</a:t>
            </a:r>
            <a:r>
              <a:rPr lang="en-US" dirty="0">
                <a:solidFill>
                  <a:srgbClr val="7030A0"/>
                </a:solidFill>
              </a:rPr>
              <a:t>0, 1, 2, 3, 4, 5, 6, 7, 8, 9</a:t>
            </a:r>
            <a:r>
              <a:rPr lang="en-US" dirty="0"/>
              <a:t>).</a:t>
            </a:r>
          </a:p>
          <a:p>
            <a:pPr marL="400050" lvl="2" indent="0">
              <a:buNone/>
            </a:pPr>
            <a:endParaRPr lang="en-US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533400" y="228600"/>
            <a:ext cx="8276112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solidFill>
                  <a:srgbClr val="7030A0"/>
                </a:solidFill>
              </a:rPr>
              <a:t>Decimal (Base-10)-</a:t>
            </a:r>
            <a:r>
              <a:rPr lang="en-US" sz="3600" b="1" dirty="0">
                <a:solidFill>
                  <a:srgbClr val="C00000"/>
                </a:solidFill>
              </a:rPr>
              <a:t> Number System </a:t>
            </a:r>
            <a:endParaRPr lang="en-US" sz="3600" b="1" dirty="0">
              <a:solidFill>
                <a:srgbClr val="7030A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1147"/>
          <a:stretch/>
        </p:blipFill>
        <p:spPr bwMode="auto">
          <a:xfrm>
            <a:off x="1444584" y="3528951"/>
            <a:ext cx="6453744" cy="2293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382000" cy="5410200"/>
          </a:xfrm>
        </p:spPr>
        <p:txBody>
          <a:bodyPr>
            <a:normAutofit/>
          </a:bodyPr>
          <a:lstStyle/>
          <a:p>
            <a:pPr marL="342900" lvl="2" indent="-342900" algn="just">
              <a:buSzPct val="85000"/>
            </a:pPr>
            <a:r>
              <a:rPr lang="en-US" dirty="0"/>
              <a:t>All data in a computer is represented in binary form. </a:t>
            </a:r>
          </a:p>
          <a:p>
            <a:pPr marL="342900" lvl="2" indent="-342900" algn="just">
              <a:buSzPct val="85000"/>
            </a:pPr>
            <a:r>
              <a:rPr lang="en-US" dirty="0"/>
              <a:t>The term ‘bit’ is a contraction of the words ‘</a:t>
            </a:r>
            <a:r>
              <a:rPr lang="en-US" dirty="0">
                <a:solidFill>
                  <a:srgbClr val="C00000"/>
                </a:solidFill>
              </a:rPr>
              <a:t>bi</a:t>
            </a:r>
            <a:r>
              <a:rPr lang="en-US" dirty="0"/>
              <a:t>nary’ and ‘digi</a:t>
            </a:r>
            <a:r>
              <a:rPr lang="en-US" dirty="0">
                <a:solidFill>
                  <a:srgbClr val="C00000"/>
                </a:solidFill>
              </a:rPr>
              <a:t>t’</a:t>
            </a:r>
          </a:p>
          <a:p>
            <a:pPr marL="342900" lvl="2" indent="-342900" algn="just">
              <a:buSzPct val="85000"/>
            </a:pPr>
            <a:r>
              <a:rPr lang="en-US" dirty="0"/>
              <a:t>The base-2 system has exactly two symbols: 0 , 1 : (Logical)</a:t>
            </a:r>
          </a:p>
          <a:p>
            <a:pPr marL="342900" lvl="2" indent="-342900" algn="just">
              <a:buSzPct val="85000"/>
            </a:pPr>
            <a:r>
              <a:rPr lang="en-US" dirty="0"/>
              <a:t>A string of eight bits (such as 11000110) is termed a </a:t>
            </a:r>
            <a:r>
              <a:rPr lang="en-US" dirty="0">
                <a:solidFill>
                  <a:srgbClr val="C00000"/>
                </a:solidFill>
              </a:rPr>
              <a:t>byte</a:t>
            </a:r>
            <a:r>
              <a:rPr lang="en-US" dirty="0"/>
              <a:t>. </a:t>
            </a:r>
          </a:p>
          <a:p>
            <a:pPr marL="342900" lvl="2" indent="-342900" algn="just">
              <a:buSzPct val="85000"/>
            </a:pPr>
            <a:r>
              <a:rPr lang="en-US" dirty="0"/>
              <a:t>A string of four bits (such as 1100) is termed a </a:t>
            </a:r>
            <a:r>
              <a:rPr lang="en-US" dirty="0">
                <a:solidFill>
                  <a:srgbClr val="C00000"/>
                </a:solidFill>
              </a:rPr>
              <a:t>nibble</a:t>
            </a:r>
            <a:r>
              <a:rPr lang="en-US" dirty="0"/>
              <a:t>.</a:t>
            </a:r>
          </a:p>
          <a:p>
            <a:pPr marL="342900" lvl="2" indent="-342900" algn="just">
              <a:buSzPct val="85000"/>
            </a:pPr>
            <a:r>
              <a:rPr lang="en-US" dirty="0"/>
              <a:t>The base 2 system is a </a:t>
            </a:r>
            <a:r>
              <a:rPr lang="en-US" i="1" dirty="0">
                <a:solidFill>
                  <a:srgbClr val="FF0000"/>
                </a:solidFill>
              </a:rPr>
              <a:t>positional weighted </a:t>
            </a:r>
            <a:r>
              <a:rPr lang="en-US" i="1" dirty="0"/>
              <a:t>system.</a:t>
            </a:r>
          </a:p>
          <a:p>
            <a:pPr marL="342900" lvl="2" indent="-342900" algn="just">
              <a:buSzPct val="85000"/>
            </a:pPr>
            <a:endParaRPr lang="en-US" i="1" dirty="0"/>
          </a:p>
          <a:p>
            <a:pPr marL="342900" lvl="2" indent="-342900" algn="just">
              <a:buSzPct val="85000"/>
            </a:pPr>
            <a:endParaRPr lang="en-US" i="1" dirty="0"/>
          </a:p>
          <a:p>
            <a:pPr marL="400050" lvl="2" indent="0">
              <a:buNone/>
            </a:pPr>
            <a:endParaRPr lang="en-US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427512" y="228600"/>
            <a:ext cx="8382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7030A0"/>
                </a:solidFill>
              </a:rPr>
              <a:t>Binary (Base-2)-</a:t>
            </a:r>
            <a:r>
              <a:rPr lang="en-US" sz="3600" b="1" dirty="0">
                <a:solidFill>
                  <a:srgbClr val="C00000"/>
                </a:solidFill>
              </a:rPr>
              <a:t> Number System </a:t>
            </a:r>
            <a:endParaRPr lang="en-US" sz="3600" b="1" dirty="0">
              <a:solidFill>
                <a:srgbClr val="7030A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714750"/>
            <a:ext cx="53340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15923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371600"/>
                <a:ext cx="8382000" cy="4648200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sz="2400" dirty="0"/>
                  <a:t>The octal number system contains eight unique symbols : 0, 1, 2, 3, 4, 5, 6, 7. </a:t>
                </a:r>
              </a:p>
              <a:p>
                <a:pPr lvl="0"/>
                <a:r>
                  <a:rPr lang="en-US" sz="2400" dirty="0"/>
                  <a:t>The value attached to the symbol depends on its location with respect to the octal point.</a:t>
                </a:r>
              </a:p>
              <a:p>
                <a:pPr lvl="0"/>
                <a:r>
                  <a:rPr lang="en-US" sz="2400" dirty="0"/>
                  <a:t>The octal point separates the integer and fraction parts.</a:t>
                </a:r>
              </a:p>
              <a:p>
                <a:pPr lvl="0"/>
                <a:r>
                  <a:rPr lang="en-US" sz="2400" dirty="0"/>
                  <a:t>The octal number is 3-bit binary equivalent.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/>
                          </a:rPr>
                          <m:t>8= 2</m:t>
                        </m:r>
                      </m:e>
                      <m:sup>
                        <m:r>
                          <a:rPr lang="en-US" sz="240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</a:p>
              <a:p>
                <a:pPr marL="342900" lvl="2" indent="-342900" algn="just">
                  <a:buSzPct val="85000"/>
                </a:pPr>
                <a:r>
                  <a:rPr lang="en-US" dirty="0"/>
                  <a:t>The base 8 system is a </a:t>
                </a:r>
                <a:r>
                  <a:rPr lang="en-US" i="1" dirty="0">
                    <a:solidFill>
                      <a:srgbClr val="FF0000"/>
                    </a:solidFill>
                  </a:rPr>
                  <a:t>positional weighted </a:t>
                </a:r>
                <a:r>
                  <a:rPr lang="en-US" i="1" dirty="0"/>
                  <a:t>system</a:t>
                </a:r>
              </a:p>
              <a:p>
                <a:pPr marL="400050" lvl="2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371600"/>
                <a:ext cx="8382000" cy="4648200"/>
              </a:xfrm>
              <a:blipFill rotWithShape="1">
                <a:blip r:embed="rId2"/>
                <a:stretch>
                  <a:fillRect l="-1018" t="-1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2"/>
          <p:cNvSpPr txBox="1">
            <a:spLocks/>
          </p:cNvSpPr>
          <p:nvPr/>
        </p:nvSpPr>
        <p:spPr>
          <a:xfrm>
            <a:off x="427512" y="228600"/>
            <a:ext cx="8382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7030A0"/>
                </a:solidFill>
              </a:rPr>
              <a:t>Octal (Base-8)-</a:t>
            </a:r>
            <a:r>
              <a:rPr lang="en-US" sz="3600" b="1" dirty="0">
                <a:solidFill>
                  <a:srgbClr val="C00000"/>
                </a:solidFill>
              </a:rPr>
              <a:t> Number System </a:t>
            </a:r>
            <a:endParaRPr lang="en-US" sz="3600" b="1" dirty="0">
              <a:solidFill>
                <a:srgbClr val="7030A0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012" y="4495800"/>
            <a:ext cx="5173188" cy="712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16008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382000" cy="4724400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sz="2400" dirty="0"/>
                  <a:t>The Hexadecimal number system contains 16 unique symbols : 0, 1, 2, 3, 4, 5, 6, 7, 8, 9, A,B,C,D, E,F.</a:t>
                </a:r>
              </a:p>
              <a:p>
                <a:pPr lvl="0"/>
                <a:r>
                  <a:rPr lang="en-US" sz="2400" dirty="0"/>
                  <a:t>The value attached to the symbol depends on its location with respect to the hexadecimal point.</a:t>
                </a:r>
              </a:p>
              <a:p>
                <a:pPr lvl="0"/>
                <a:r>
                  <a:rPr lang="en-US" sz="2400" dirty="0"/>
                  <a:t>The Hex. point separates the integer and fraction parts.</a:t>
                </a:r>
              </a:p>
              <a:p>
                <a:pPr lvl="0"/>
                <a:r>
                  <a:rPr lang="en-US" sz="2400" dirty="0"/>
                  <a:t>The Hexadecimal number is 4-bit binary equivalent.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smtClean="0">
                            <a:latin typeface="Cambria Math"/>
                          </a:rPr>
                          <m:t>16</m:t>
                        </m:r>
                        <m:r>
                          <a:rPr lang="en-US" sz="2400">
                            <a:latin typeface="Cambria Math"/>
                          </a:rPr>
                          <m:t>= 2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</a:p>
              <a:p>
                <a:pPr marL="342900" lvl="2" indent="-342900" algn="just">
                  <a:buSzPct val="85000"/>
                </a:pPr>
                <a:r>
                  <a:rPr lang="en-US" dirty="0"/>
                  <a:t>The base 16 system is a </a:t>
                </a:r>
                <a:r>
                  <a:rPr lang="en-US" i="1" dirty="0">
                    <a:solidFill>
                      <a:srgbClr val="FF0000"/>
                    </a:solidFill>
                  </a:rPr>
                  <a:t>positional weighted </a:t>
                </a:r>
                <a:r>
                  <a:rPr lang="en-US" i="1" dirty="0"/>
                  <a:t>system</a:t>
                </a:r>
              </a:p>
              <a:p>
                <a:pPr marL="400050" lvl="2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382000" cy="4724400"/>
              </a:xfrm>
              <a:blipFill rotWithShape="1">
                <a:blip r:embed="rId2"/>
                <a:stretch>
                  <a:fillRect l="-1018" t="-1032" r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2"/>
          <p:cNvSpPr txBox="1">
            <a:spLocks/>
          </p:cNvSpPr>
          <p:nvPr/>
        </p:nvSpPr>
        <p:spPr>
          <a:xfrm>
            <a:off x="427512" y="228600"/>
            <a:ext cx="8382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7030A0"/>
                </a:solidFill>
              </a:rPr>
              <a:t>Hexadecimal (Base-16)-</a:t>
            </a:r>
            <a:r>
              <a:rPr lang="en-US" sz="3600" b="1" dirty="0">
                <a:solidFill>
                  <a:srgbClr val="C00000"/>
                </a:solidFill>
              </a:rPr>
              <a:t> Number System </a:t>
            </a:r>
            <a:endParaRPr lang="en-US" sz="3600" b="1" dirty="0">
              <a:solidFill>
                <a:srgbClr val="7030A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495800"/>
            <a:ext cx="5105400" cy="656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95345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533400" y="228600"/>
            <a:ext cx="8276112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7030A0"/>
                </a:solidFill>
                <a:latin typeface="Arial Narrow" pitchFamily="34" charset="0"/>
              </a:rPr>
              <a:t>BCD (Binary Coded Decimal)-</a:t>
            </a:r>
            <a:r>
              <a:rPr lang="en-US" sz="3200" b="1" dirty="0">
                <a:solidFill>
                  <a:srgbClr val="C00000"/>
                </a:solidFill>
                <a:latin typeface="Arial Narrow" pitchFamily="34" charset="0"/>
              </a:rPr>
              <a:t> Number System </a:t>
            </a:r>
            <a:endParaRPr lang="en-US" sz="32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1"/>
            <a:ext cx="7696200" cy="4388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2717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427512" y="228600"/>
            <a:ext cx="8382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9800"/>
            <a:ext cx="8077202" cy="4209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828" t="15139" r="51314"/>
          <a:stretch/>
        </p:blipFill>
        <p:spPr bwMode="auto">
          <a:xfrm>
            <a:off x="6019800" y="211776"/>
            <a:ext cx="2971799" cy="2196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639770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427512" y="228600"/>
            <a:ext cx="8382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  <a:r>
              <a:rPr lang="en-US" sz="3600" b="1" dirty="0">
                <a:solidFill>
                  <a:srgbClr val="C00000"/>
                </a:solidFill>
                <a:latin typeface="Arial Narrow" pitchFamily="34" charset="0"/>
              </a:rPr>
              <a:t>  - Octal to Decimal</a:t>
            </a:r>
            <a:endParaRPr lang="en-US" sz="36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44" y="1066800"/>
            <a:ext cx="8153400" cy="4498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5677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8392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  <a:r>
              <a:rPr lang="en-US" sz="3600" b="1" dirty="0">
                <a:solidFill>
                  <a:srgbClr val="C00000"/>
                </a:solidFill>
                <a:latin typeface="Arial Narrow" pitchFamily="34" charset="0"/>
              </a:rPr>
              <a:t>  - Hexadecimal to Decimal</a:t>
            </a:r>
            <a:endParaRPr lang="en-US" sz="36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28155"/>
            <a:ext cx="8077199" cy="457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933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427512" y="228600"/>
            <a:ext cx="8382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  <a:r>
              <a:rPr lang="en-US" sz="3600" b="1" dirty="0">
                <a:solidFill>
                  <a:srgbClr val="C00000"/>
                </a:solidFill>
                <a:latin typeface="Arial Narrow" pitchFamily="34" charset="0"/>
              </a:rPr>
              <a:t>  - Binary to Octal</a:t>
            </a:r>
            <a:endParaRPr lang="en-US" sz="36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12" y="1219200"/>
            <a:ext cx="8229600" cy="4472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21281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  <a:r>
              <a:rPr lang="en-US" sz="3600" b="1" dirty="0">
                <a:solidFill>
                  <a:srgbClr val="C00000"/>
                </a:solidFill>
                <a:latin typeface="Arial Narrow" pitchFamily="34" charset="0"/>
              </a:rPr>
              <a:t>  - Binary to Hexadecimal</a:t>
            </a:r>
            <a:endParaRPr lang="en-US" sz="36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76326"/>
            <a:ext cx="8382000" cy="536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4592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  <a:r>
              <a:rPr lang="en-US" sz="3600" b="1" dirty="0">
                <a:solidFill>
                  <a:srgbClr val="C00000"/>
                </a:solidFill>
                <a:latin typeface="Arial Narrow" pitchFamily="34" charset="0"/>
              </a:rPr>
              <a:t>  - Decimal to Binary</a:t>
            </a:r>
            <a:endParaRPr lang="en-US" sz="36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066800"/>
            <a:ext cx="8077199" cy="5365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2892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  <a:r>
              <a:rPr lang="en-US" sz="3600" b="1" dirty="0">
                <a:solidFill>
                  <a:srgbClr val="C00000"/>
                </a:solidFill>
                <a:latin typeface="Arial Narrow" pitchFamily="34" charset="0"/>
              </a:rPr>
              <a:t>  - Decimal to Octal</a:t>
            </a:r>
            <a:endParaRPr lang="en-US" sz="36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944562"/>
            <a:ext cx="7772399" cy="551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51464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7030A0"/>
                </a:solidFill>
                <a:latin typeface="Calibri Light" pitchFamily="34" charset="0"/>
              </a:rPr>
              <a:t>Code Conversions</a:t>
            </a:r>
            <a:r>
              <a:rPr lang="en-US" sz="3200" b="1" dirty="0">
                <a:solidFill>
                  <a:srgbClr val="C00000"/>
                </a:solidFill>
                <a:latin typeface="Calibri Light" pitchFamily="34" charset="0"/>
              </a:rPr>
              <a:t>  - Decimal to Hexadecimal</a:t>
            </a:r>
            <a:endParaRPr lang="en-US" sz="3200" b="1" dirty="0">
              <a:solidFill>
                <a:srgbClr val="7030A0"/>
              </a:solidFill>
              <a:latin typeface="Calibri Light" pitchFamily="34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24" y="850792"/>
            <a:ext cx="7555676" cy="5558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0597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  <a:r>
              <a:rPr lang="en-US" sz="3200" b="1" dirty="0">
                <a:solidFill>
                  <a:srgbClr val="C00000"/>
                </a:solidFill>
                <a:latin typeface="Arial Narrow" pitchFamily="34" charset="0"/>
              </a:rPr>
              <a:t>  - Octal to Binary</a:t>
            </a:r>
            <a:endParaRPr lang="en-US" sz="32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95400"/>
            <a:ext cx="7070559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75742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  <a:r>
              <a:rPr lang="en-US" sz="3200" b="1" dirty="0">
                <a:solidFill>
                  <a:srgbClr val="C00000"/>
                </a:solidFill>
                <a:latin typeface="Arial Narrow" pitchFamily="34" charset="0"/>
              </a:rPr>
              <a:t>  - Hexadecimal to Binary</a:t>
            </a:r>
            <a:endParaRPr lang="en-US" sz="32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8064321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40242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762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  <a:r>
              <a:rPr lang="en-US" sz="3200" b="1" dirty="0">
                <a:solidFill>
                  <a:srgbClr val="C00000"/>
                </a:solidFill>
                <a:latin typeface="Arial Narrow" pitchFamily="34" charset="0"/>
              </a:rPr>
              <a:t>  - Octal to Hexadecimal</a:t>
            </a:r>
            <a:endParaRPr lang="en-US" sz="32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42" y="990601"/>
            <a:ext cx="7928758" cy="5059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3913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7030A0"/>
                </a:solidFill>
                <a:latin typeface="Arial Narrow" pitchFamily="34" charset="0"/>
              </a:rPr>
              <a:t>Code Conversions</a:t>
            </a:r>
            <a:r>
              <a:rPr lang="en-US" sz="3200" b="1" dirty="0">
                <a:solidFill>
                  <a:srgbClr val="C00000"/>
                </a:solidFill>
                <a:latin typeface="Arial Narrow" pitchFamily="34" charset="0"/>
              </a:rPr>
              <a:t>  - Hexadecimal to Octal</a:t>
            </a:r>
            <a:endParaRPr lang="en-US" sz="32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95" y="1219201"/>
            <a:ext cx="7366405" cy="3124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097345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533400" y="0"/>
            <a:ext cx="8001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7030A0"/>
                </a:solidFill>
                <a:latin typeface="Arial Narrow" pitchFamily="34" charset="0"/>
              </a:rPr>
              <a:t>Number Representation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650013847"/>
              </p:ext>
            </p:extLst>
          </p:nvPr>
        </p:nvGraphicFramePr>
        <p:xfrm>
          <a:off x="990600" y="820922"/>
          <a:ext cx="5233607" cy="55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8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4429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147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2993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457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5153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Hexadecimal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0001 0000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0001 0001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0001 0010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889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0001 0011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9405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0001 0100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3036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0001 0101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3515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0001 0110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69529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969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C00000"/>
                </a:solidFill>
                <a:latin typeface="Arial Narrow" pitchFamily="34" charset="0"/>
              </a:rPr>
              <a:t>Complement Number System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76962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8" y="4114800"/>
            <a:ext cx="81999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658522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C00000"/>
                </a:solidFill>
                <a:latin typeface="Arial Narrow" pitchFamily="34" charset="0"/>
              </a:rPr>
              <a:t>Binary Arithmetic Operations: 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42990"/>
            <a:ext cx="7033656" cy="4504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3614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C00000"/>
                </a:solidFill>
                <a:latin typeface="Arial Narrow" pitchFamily="34" charset="0"/>
              </a:rPr>
              <a:t>Binary Arithmetic Operations: 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344" y="1143001"/>
            <a:ext cx="6657766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5069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C00000"/>
                </a:solidFill>
                <a:latin typeface="Arial Narrow" pitchFamily="34" charset="0"/>
              </a:rPr>
              <a:t>Binary Arithmetic Operations: 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25" y="909638"/>
            <a:ext cx="7208875" cy="4957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30201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28600" y="228600"/>
            <a:ext cx="8564088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C00000"/>
                </a:solidFill>
                <a:latin typeface="Arial Narrow" pitchFamily="34" charset="0"/>
              </a:rPr>
              <a:t>Binary Arithmetic Operations: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395174260"/>
              </p:ext>
            </p:extLst>
          </p:nvPr>
        </p:nvGraphicFramePr>
        <p:xfrm>
          <a:off x="1462644" y="1066800"/>
          <a:ext cx="609600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 Multiplication:  </a:t>
                      </a:r>
                      <a:endParaRPr lang="en-US" sz="1800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 Division: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69" y="1905000"/>
            <a:ext cx="3176031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826882"/>
            <a:ext cx="3429000" cy="2668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702808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979" y="152400"/>
            <a:ext cx="8229600" cy="685800"/>
          </a:xfrm>
        </p:spPr>
        <p:txBody>
          <a:bodyPr>
            <a:noAutofit/>
          </a:bodyPr>
          <a:lstStyle/>
          <a:p>
            <a:pPr marL="571500" indent="-571500" algn="l">
              <a:buBlip>
                <a:blip r:embed="rId2"/>
              </a:buBlip>
            </a:pPr>
            <a:r>
              <a:rPr lang="en-US" sz="4000" b="1" dirty="0">
                <a:solidFill>
                  <a:srgbClr val="C00000"/>
                </a:solidFill>
              </a:rPr>
              <a:t>Logic Gates &amp; its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815708676"/>
              </p:ext>
            </p:extLst>
          </p:nvPr>
        </p:nvGraphicFramePr>
        <p:xfrm>
          <a:off x="304800" y="3391126"/>
          <a:ext cx="83058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4800" y="762000"/>
            <a:ext cx="8305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Logic gate: </a:t>
            </a:r>
          </a:p>
          <a:p>
            <a:r>
              <a:rPr lang="en-US" b="1" dirty="0"/>
              <a:t>	</a:t>
            </a:r>
            <a:r>
              <a:rPr lang="en-US" dirty="0"/>
              <a:t>It is digital circuit which has one or more inputs and single output.</a:t>
            </a:r>
          </a:p>
          <a:p>
            <a:r>
              <a:rPr lang="en-IN" b="1" dirty="0">
                <a:solidFill>
                  <a:srgbClr val="7030A0"/>
                </a:solidFill>
              </a:rPr>
              <a:t>Logic gates can be classified as,</a:t>
            </a:r>
          </a:p>
          <a:p>
            <a:pPr lvl="1"/>
            <a:r>
              <a:rPr lang="en-IN" dirty="0"/>
              <a:t>Basic gates – AND ,OR, NOT</a:t>
            </a:r>
          </a:p>
          <a:p>
            <a:pPr lvl="1"/>
            <a:r>
              <a:rPr lang="en-IN" dirty="0"/>
              <a:t>Universal gates – NAND, NOR</a:t>
            </a:r>
          </a:p>
          <a:p>
            <a:pPr lvl="1"/>
            <a:r>
              <a:rPr lang="en-IN" dirty="0"/>
              <a:t>Other gate (Exclusive gates) – XOR, XNOR</a:t>
            </a:r>
          </a:p>
          <a:p>
            <a:r>
              <a:rPr lang="en-US" b="1" dirty="0"/>
              <a:t>One</a:t>
            </a:r>
            <a:r>
              <a:rPr lang="en-US" dirty="0"/>
              <a:t> input is required for NOT gate.</a:t>
            </a:r>
          </a:p>
          <a:p>
            <a:r>
              <a:rPr lang="en-US" b="1" dirty="0"/>
              <a:t>More</a:t>
            </a:r>
            <a:r>
              <a:rPr lang="en-US" dirty="0"/>
              <a:t> than one input is required for other than NOT gate.</a:t>
            </a:r>
          </a:p>
        </p:txBody>
      </p:sp>
    </p:spTree>
    <p:extLst>
      <p:ext uri="{BB962C8B-B14F-4D97-AF65-F5344CB8AC3E}">
        <p14:creationId xmlns="" xmlns:p14="http://schemas.microsoft.com/office/powerpoint/2010/main" val="92832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Autofit/>
          </a:bodyPr>
          <a:lstStyle/>
          <a:p>
            <a:pPr marL="457200" indent="-457200" algn="l">
              <a:buBlip>
                <a:blip r:embed="rId3"/>
              </a:buBlip>
            </a:pPr>
            <a:r>
              <a:rPr lang="en-US" sz="3600" b="1" dirty="0">
                <a:solidFill>
                  <a:srgbClr val="C00000"/>
                </a:solidFill>
              </a:rPr>
              <a:t>Logic Gates: </a:t>
            </a:r>
            <a:r>
              <a:rPr lang="en-US" sz="3600" b="1" dirty="0">
                <a:solidFill>
                  <a:srgbClr val="7030A0"/>
                </a:solidFill>
              </a:rPr>
              <a:t>Basic Logic Gates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38200"/>
            <a:ext cx="7772400" cy="467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81626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C00000"/>
                </a:solidFill>
              </a:rPr>
              <a:t>Logic Gates: </a:t>
            </a:r>
            <a:r>
              <a:rPr lang="en-US" sz="3200" b="1" dirty="0">
                <a:solidFill>
                  <a:srgbClr val="7030A0"/>
                </a:solidFill>
              </a:rPr>
              <a:t>Universal &amp; Other Gates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54825"/>
            <a:ext cx="7195514" cy="541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2238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 marL="457200" indent="-457200" algn="l">
              <a:buBlip>
                <a:blip r:embed="rId2"/>
              </a:buBlip>
            </a:pPr>
            <a:r>
              <a:rPr lang="en-US" sz="3600" b="1" dirty="0">
                <a:solidFill>
                  <a:srgbClr val="C00000"/>
                </a:solidFill>
              </a:rPr>
              <a:t>DeMorgan’s Theorem</a:t>
            </a:r>
            <a:endParaRPr lang="en-IN" sz="36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305800" cy="5486400"/>
              </a:xfrm>
            </p:spPr>
            <p:txBody>
              <a:bodyPr tIns="0" bIns="0">
                <a:noAutofit/>
              </a:bodyPr>
              <a:lstStyle/>
              <a:p>
                <a:pPr marL="0" indent="0">
                  <a:buNone/>
                </a:pPr>
                <a:r>
                  <a:rPr lang="en-IN" sz="2000" b="1" dirty="0" err="1">
                    <a:solidFill>
                      <a:srgbClr val="7030A0"/>
                    </a:solidFill>
                    <a:latin typeface="Cambria Math"/>
                  </a:rPr>
                  <a:t>DeMorgan’s</a:t>
                </a:r>
                <a:r>
                  <a:rPr lang="en-IN" sz="2000" b="1" dirty="0">
                    <a:solidFill>
                      <a:srgbClr val="7030A0"/>
                    </a:solidFill>
                    <a:latin typeface="Cambria Math"/>
                  </a:rPr>
                  <a:t> states two theorems</a:t>
                </a:r>
              </a:p>
              <a:p>
                <a:pPr marL="457200" indent="-457200">
                  <a:buAutoNum type="arabicPeriod"/>
                </a:pPr>
                <a:r>
                  <a:rPr lang="en-IN" sz="2000" b="1" dirty="0">
                    <a:solidFill>
                      <a:srgbClr val="00B050"/>
                    </a:solidFill>
                    <a:latin typeface="Cambria Math"/>
                  </a:rPr>
                  <a:t>DeMorgan’s First Theorems: </a:t>
                </a:r>
              </a:p>
              <a:p>
                <a:pPr marL="800100" lvl="2" indent="0">
                  <a:buNone/>
                </a:pPr>
                <a:r>
                  <a:rPr lang="en-IN" sz="2000" b="1" dirty="0">
                    <a:solidFill>
                      <a:srgbClr val="7030A0"/>
                    </a:solidFill>
                  </a:rPr>
                  <a:t>Statement:</a:t>
                </a:r>
                <a:r>
                  <a:rPr lang="en-IN" sz="2000" b="1" dirty="0"/>
                  <a:t/>
                </a:r>
              </a:p>
              <a:p>
                <a:pPr marL="800100" lvl="2" indent="0">
                  <a:buNone/>
                </a:pPr>
                <a:r>
                  <a:rPr lang="en-IN" sz="2000" b="1" dirty="0"/>
                  <a:t>		Complement of AND is logically equivalent to OR of individual complement.</a:t>
                </a:r>
              </a:p>
              <a:p>
                <a:pPr marL="800100" lvl="2" indent="0">
                  <a:buNone/>
                </a:pPr>
                <a:r>
                  <a:rPr lang="en-IN" sz="2000" b="1" dirty="0">
                    <a:solidFill>
                      <a:srgbClr val="7030A0"/>
                    </a:solidFill>
                  </a:rPr>
                  <a:t>Logical Expression: 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𝐀</m:t>
                          </m:r>
                          <m:r>
                            <a:rPr lang="en-US" sz="2000" b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US" sz="2000" b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𝐁</m:t>
                          </m:r>
                        </m:e>
                      </m:acc>
                      <m:r>
                        <a:rPr lang="en-US" sz="2000" b="1">
                          <a:solidFill>
                            <a:srgbClr val="0070C0"/>
                          </a:solidFill>
                          <a:latin typeface="Cambria Math"/>
                        </a:rPr>
                        <m:t> = 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𝐀</m:t>
                          </m:r>
                        </m:e>
                      </m:acc>
                      <m:r>
                        <a:rPr lang="en-US" sz="2000" b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𝐁</m:t>
                          </m:r>
                        </m:e>
                      </m:acc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IN" sz="2000" b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IN" sz="2000" b="1" dirty="0">
                    <a:solidFill>
                      <a:srgbClr val="00B050"/>
                    </a:solidFill>
                    <a:latin typeface="Cambria Math"/>
                  </a:rPr>
                  <a:t>2. DeMorgan’s Second Theorems: </a:t>
                </a:r>
              </a:p>
              <a:p>
                <a:pPr marL="800100" lvl="2" indent="0">
                  <a:buNone/>
                </a:pPr>
                <a:r>
                  <a:rPr lang="en-IN" sz="2000" b="1" dirty="0">
                    <a:solidFill>
                      <a:srgbClr val="7030A0"/>
                    </a:solidFill>
                  </a:rPr>
                  <a:t>Statement: </a:t>
                </a:r>
              </a:p>
              <a:p>
                <a:pPr marL="800100" lvl="2" indent="0">
                  <a:buNone/>
                </a:pPr>
                <a:r>
                  <a:rPr lang="en-IN" sz="2000" b="1" dirty="0"/>
                  <a:t>		Complement of OR is logically equivalent to AND of individual complement.</a:t>
                </a:r>
              </a:p>
              <a:p>
                <a:pPr marL="800100" lvl="2" indent="0">
                  <a:buNone/>
                </a:pPr>
                <a:r>
                  <a:rPr lang="en-IN" sz="2000" b="1" dirty="0">
                    <a:solidFill>
                      <a:srgbClr val="7030A0"/>
                    </a:solidFill>
                  </a:rPr>
                  <a:t>Logical Expression: 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𝐀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𝐁</m:t>
                          </m:r>
                        </m:e>
                      </m:acc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 = 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𝐀</m:t>
                          </m:r>
                        </m:e>
                      </m:acc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𝐁</m:t>
                          </m:r>
                        </m:e>
                      </m:acc>
                    </m:oMath>
                  </m:oMathPara>
                </a14:m>
                <a:endParaRPr lang="en-IN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IN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IN" sz="2000" b="1" dirty="0">
                    <a:solidFill>
                      <a:srgbClr val="C00000"/>
                    </a:solidFill>
                  </a:rPr>
                  <a:t>Note:</a:t>
                </a:r>
                <a:r>
                  <a:rPr lang="en-IN" sz="2000" b="1" dirty="0"/>
                  <a:t/>
                </a:r>
                <a:r>
                  <a:rPr lang="en-IN" sz="2000" b="1" dirty="0" err="1"/>
                  <a:t>DeMorgan’s</a:t>
                </a:r>
                <a:r>
                  <a:rPr lang="en-IN" sz="2000" b="1" dirty="0"/>
                  <a:t> theorems are also applicable for n-number of Inputs.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305800" cy="5486400"/>
              </a:xfrm>
              <a:blipFill rotWithShape="1">
                <a:blip r:embed="rId3"/>
                <a:stretch>
                  <a:fillRect l="-734" t="-1333" b="-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5981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C00000"/>
                </a:solidFill>
              </a:rPr>
              <a:t>Proof of DeMorgan’s First Theorem</a:t>
            </a:r>
            <a:endParaRPr lang="en-IN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762000"/>
                <a:ext cx="8839200" cy="5943600"/>
              </a:xfrm>
            </p:spPr>
            <p:txBody>
              <a:bodyPr tIns="0" bIns="0">
                <a:normAutofit/>
              </a:bodyPr>
              <a:lstStyle/>
              <a:p>
                <a:pPr marL="800100" lvl="2" indent="0">
                  <a:buNone/>
                </a:pPr>
                <a:r>
                  <a:rPr lang="en-IN" sz="2000" b="1" dirty="0">
                    <a:solidFill>
                      <a:srgbClr val="7030A0"/>
                    </a:solidFill>
                  </a:rPr>
                  <a:t>Statement:</a:t>
                </a:r>
                <a:r>
                  <a:rPr lang="en-IN" sz="2000" b="1" dirty="0"/>
                  <a:t/>
                </a:r>
              </a:p>
              <a:p>
                <a:pPr marL="800100" lvl="2" indent="0">
                  <a:buNone/>
                </a:pPr>
                <a:r>
                  <a:rPr lang="en-IN" sz="2000" b="1" dirty="0"/>
                  <a:t>		Complement of AND is logically equivalent to OR of individual complement.</a:t>
                </a:r>
              </a:p>
              <a:p>
                <a:pPr marL="800100" lvl="2" indent="0">
                  <a:buNone/>
                </a:pPr>
                <a:r>
                  <a:rPr lang="en-IN" sz="2000" b="1" dirty="0">
                    <a:solidFill>
                      <a:srgbClr val="7030A0"/>
                    </a:solidFill>
                  </a:rPr>
                  <a:t>Logical Expression: 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𝐀</m:t>
                          </m:r>
                          <m:r>
                            <a:rPr lang="en-US" sz="2000" b="1" i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US" sz="2000" b="1" i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𝐁</m:t>
                          </m:r>
                        </m:e>
                      </m:acc>
                      <m:r>
                        <a:rPr lang="en-US" sz="2000" b="1" i="0">
                          <a:solidFill>
                            <a:srgbClr val="0070C0"/>
                          </a:solidFill>
                          <a:latin typeface="Cambria Math"/>
                        </a:rPr>
                        <m:t> = 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𝐀</m:t>
                          </m:r>
                        </m:e>
                      </m:acc>
                      <m:r>
                        <a:rPr lang="en-US" sz="2000" b="1" i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𝐁</m:t>
                          </m:r>
                        </m:e>
                      </m:acc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  <a:latin typeface="Cambria Math"/>
                  </a:rPr>
                  <a:t>Proof:</a:t>
                </a:r>
              </a:p>
              <a:p>
                <a:pPr marL="0" indent="0">
                  <a:buNone/>
                </a:pPr>
                <a:endParaRPr lang="en-IN" sz="24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762000"/>
                <a:ext cx="8839200" cy="5943600"/>
              </a:xfrm>
              <a:blipFill rotWithShape="1">
                <a:blip r:embed="rId2"/>
                <a:stretch>
                  <a:fillRect l="-1103" t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5299543"/>
              </p:ext>
            </p:extLst>
          </p:nvPr>
        </p:nvGraphicFramePr>
        <p:xfrm>
          <a:off x="228600" y="2971800"/>
          <a:ext cx="8534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429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Diagram: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Truth Table: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7030A0"/>
                          </a:solidFill>
                        </a:rPr>
                        <a:t>Entries in 4</a:t>
                      </a:r>
                      <a:r>
                        <a:rPr lang="en-US" sz="1600" baseline="30000" dirty="0">
                          <a:solidFill>
                            <a:srgbClr val="7030A0"/>
                          </a:solidFill>
                        </a:rPr>
                        <a:t>th</a:t>
                      </a:r>
                      <a:r>
                        <a:rPr lang="en-US" sz="1600" dirty="0">
                          <a:solidFill>
                            <a:srgbClr val="7030A0"/>
                          </a:solidFill>
                        </a:rPr>
                        <a:t> &amp; 7</a:t>
                      </a:r>
                      <a:r>
                        <a:rPr lang="en-US" sz="1600" baseline="30000" dirty="0">
                          <a:solidFill>
                            <a:srgbClr val="7030A0"/>
                          </a:solidFill>
                        </a:rPr>
                        <a:t>th</a:t>
                      </a:r>
                      <a:r>
                        <a:rPr lang="en-US" sz="1600" dirty="0">
                          <a:solidFill>
                            <a:srgbClr val="7030A0"/>
                          </a:solidFill>
                        </a:rPr>
                        <a:t> columns are identical, hence </a:t>
                      </a:r>
                      <a:r>
                        <a:rPr lang="en-US" sz="1600" dirty="0" err="1">
                          <a:solidFill>
                            <a:srgbClr val="7030A0"/>
                          </a:solidFill>
                        </a:rPr>
                        <a:t>DeMorgan’s</a:t>
                      </a:r>
                      <a:r>
                        <a:rPr lang="en-US" sz="1600" dirty="0">
                          <a:solidFill>
                            <a:srgbClr val="7030A0"/>
                          </a:solidFill>
                        </a:rPr>
                        <a:t> first theorem is proved.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96" y="3733800"/>
            <a:ext cx="3600450" cy="260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=""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108655"/>
                  </p:ext>
                </p:extLst>
              </p:nvPr>
            </p:nvGraphicFramePr>
            <p:xfrm>
              <a:off x="4724400" y="3733800"/>
              <a:ext cx="3200400" cy="22456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426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3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49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490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492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475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1421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3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IN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4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5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6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7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82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A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B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𝐀</m:t>
                                </m:r>
                                <m:r>
                                  <a:rPr lang="en-US" sz="120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∙</m:t>
                                </m:r>
                                <m:r>
                                  <a:rPr lang="en-US" sz="1200" b="1" i="1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𝐁</m:t>
                                </m:r>
                              </m:oMath>
                            </m:oMathPara>
                          </a14:m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𝐀</m:t>
                                    </m:r>
                                    <m:r>
                                      <a:rPr lang="en-US" sz="1200" b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∙</m:t>
                                    </m:r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𝐀</m:t>
                                    </m:r>
                                  </m:e>
                                </m:acc>
                                <m:r>
                                  <a:rPr lang="en-US" sz="120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73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5106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548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a14="http://schemas.microsoft.com/office/drawing/2010/main" xmlns="" xmlns:p14="http://schemas.microsoft.com/office/powerpoint/2010/main" val="371108655"/>
                  </p:ext>
                </p:extLst>
              </p:nvPr>
            </p:nvGraphicFramePr>
            <p:xfrm>
              <a:off x="4724400" y="3733800"/>
              <a:ext cx="3200400" cy="238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4261"/>
                    <a:gridCol w="355326"/>
                    <a:gridCol w="574908"/>
                    <a:gridCol w="574908"/>
                    <a:gridCol w="349256"/>
                    <a:gridCol w="347529"/>
                    <a:gridCol w="714212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3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IN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4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5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6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7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A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B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11702" t="-103333" r="-34680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9474" t="-103333" r="-243158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15789" t="-103333" r="-30526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15789" t="-103333" r="-20526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48718" t="-103333" b="-428333"/>
                          </a:stretch>
                        </a:blipFill>
                      </a:tcPr>
                    </a:tc>
                  </a:tr>
                  <a:tr h="37725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</a:tr>
                  <a:tr h="37725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</a:tr>
                  <a:tr h="37725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1471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C00000"/>
                </a:solidFill>
              </a:rPr>
              <a:t>Proof of </a:t>
            </a:r>
            <a:r>
              <a:rPr lang="en-US" sz="3200" b="1" dirty="0" err="1">
                <a:solidFill>
                  <a:srgbClr val="C00000"/>
                </a:solidFill>
              </a:rPr>
              <a:t>DeMorgan’s</a:t>
            </a:r>
            <a:r>
              <a:rPr lang="en-US" sz="3200" b="1" dirty="0">
                <a:solidFill>
                  <a:srgbClr val="C00000"/>
                </a:solidFill>
              </a:rPr>
              <a:t> Second Theorem</a:t>
            </a:r>
            <a:endParaRPr lang="en-IN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762000"/>
                <a:ext cx="8839200" cy="5943600"/>
              </a:xfrm>
            </p:spPr>
            <p:txBody>
              <a:bodyPr tIns="0" bIns="0">
                <a:normAutofit/>
              </a:bodyPr>
              <a:lstStyle/>
              <a:p>
                <a:pPr marL="800100" lvl="2" indent="0">
                  <a:buNone/>
                </a:pPr>
                <a:r>
                  <a:rPr lang="en-IN" sz="2000" b="1" dirty="0">
                    <a:solidFill>
                      <a:srgbClr val="7030A0"/>
                    </a:solidFill>
                  </a:rPr>
                  <a:t>Statement:</a:t>
                </a:r>
                <a:r>
                  <a:rPr lang="en-IN" sz="2000" b="1" dirty="0"/>
                  <a:t/>
                </a:r>
              </a:p>
              <a:p>
                <a:pPr marL="800100" lvl="2" indent="0">
                  <a:buNone/>
                </a:pPr>
                <a:r>
                  <a:rPr lang="en-IN" sz="2000" b="1" dirty="0"/>
                  <a:t>		Complement of AND is logically equivalent to OR of individual complement.</a:t>
                </a:r>
              </a:p>
              <a:p>
                <a:pPr marL="800100" lvl="2" indent="0">
                  <a:buNone/>
                </a:pPr>
                <a:r>
                  <a:rPr lang="en-IN" sz="2000" b="1" dirty="0">
                    <a:solidFill>
                      <a:srgbClr val="7030A0"/>
                    </a:solidFill>
                  </a:rPr>
                  <a:t>Logical Expression: 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𝐀</m:t>
                          </m:r>
                          <m:r>
                            <a:rPr lang="en-US" sz="2000" b="1" i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US" sz="2000" b="1" i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𝐁</m:t>
                          </m:r>
                        </m:e>
                      </m:acc>
                      <m:r>
                        <a:rPr lang="en-US" sz="2000" b="1" i="0">
                          <a:solidFill>
                            <a:srgbClr val="0070C0"/>
                          </a:solidFill>
                          <a:latin typeface="Cambria Math"/>
                        </a:rPr>
                        <m:t> = 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𝐀</m:t>
                          </m:r>
                        </m:e>
                      </m:acc>
                      <m:r>
                        <a:rPr lang="en-US" sz="2000" b="1" i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𝐁</m:t>
                          </m:r>
                        </m:e>
                      </m:acc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  <a:latin typeface="Cambria Math"/>
                  </a:rPr>
                  <a:t>Proof:</a:t>
                </a:r>
              </a:p>
              <a:p>
                <a:pPr marL="0" indent="0">
                  <a:buNone/>
                </a:pPr>
                <a:endParaRPr lang="en-IN" sz="24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762000"/>
                <a:ext cx="8839200" cy="5943600"/>
              </a:xfrm>
              <a:blipFill rotWithShape="1">
                <a:blip r:embed="rId2"/>
                <a:stretch>
                  <a:fillRect l="-1103" t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499626665"/>
              </p:ext>
            </p:extLst>
          </p:nvPr>
        </p:nvGraphicFramePr>
        <p:xfrm>
          <a:off x="228600" y="2895600"/>
          <a:ext cx="8534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429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Diagram: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Truth Table: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7030A0"/>
                          </a:solidFill>
                        </a:rPr>
                        <a:t>Entries in 4</a:t>
                      </a:r>
                      <a:r>
                        <a:rPr lang="en-US" sz="1600" baseline="30000" dirty="0">
                          <a:solidFill>
                            <a:srgbClr val="7030A0"/>
                          </a:solidFill>
                        </a:rPr>
                        <a:t>th</a:t>
                      </a:r>
                      <a:r>
                        <a:rPr lang="en-US" sz="1600" dirty="0">
                          <a:solidFill>
                            <a:srgbClr val="7030A0"/>
                          </a:solidFill>
                        </a:rPr>
                        <a:t> &amp; 7</a:t>
                      </a:r>
                      <a:r>
                        <a:rPr lang="en-US" sz="1600" baseline="30000" dirty="0">
                          <a:solidFill>
                            <a:srgbClr val="7030A0"/>
                          </a:solidFill>
                        </a:rPr>
                        <a:t>th</a:t>
                      </a:r>
                      <a:r>
                        <a:rPr lang="en-US" sz="1600" dirty="0">
                          <a:solidFill>
                            <a:srgbClr val="7030A0"/>
                          </a:solidFill>
                        </a:rPr>
                        <a:t> columns are identical, hence </a:t>
                      </a:r>
                      <a:r>
                        <a:rPr lang="en-US" sz="1600" dirty="0" err="1">
                          <a:solidFill>
                            <a:srgbClr val="7030A0"/>
                          </a:solidFill>
                        </a:rPr>
                        <a:t>DeMorgan’s</a:t>
                      </a:r>
                      <a:r>
                        <a:rPr lang="en-US" sz="1600" dirty="0">
                          <a:solidFill>
                            <a:srgbClr val="7030A0"/>
                          </a:solidFill>
                        </a:rPr>
                        <a:t> first theorem is proved.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96" y="3733800"/>
            <a:ext cx="3600450" cy="260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=""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9895073"/>
                  </p:ext>
                </p:extLst>
              </p:nvPr>
            </p:nvGraphicFramePr>
            <p:xfrm>
              <a:off x="4724400" y="3733800"/>
              <a:ext cx="3200400" cy="22456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426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3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49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490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492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475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1421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3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IN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4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5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6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7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82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A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B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𝐀</m:t>
                                </m:r>
                                <m:r>
                                  <a:rPr lang="en-US" sz="120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∙</m:t>
                                </m:r>
                                <m:r>
                                  <a:rPr lang="en-US" sz="1200" b="1" i="1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𝐁</m:t>
                                </m:r>
                              </m:oMath>
                            </m:oMathPara>
                          </a14:m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𝐀</m:t>
                                    </m:r>
                                    <m:r>
                                      <a:rPr lang="en-US" sz="1200" b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∙</m:t>
                                    </m:r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𝐀</m:t>
                                    </m:r>
                                  </m:e>
                                </m:acc>
                                <m:r>
                                  <a:rPr lang="en-US" sz="120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73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5106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548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a14="http://schemas.microsoft.com/office/drawing/2010/main" xmlns="" xmlns:p14="http://schemas.microsoft.com/office/powerpoint/2010/main" val="1869895073"/>
                  </p:ext>
                </p:extLst>
              </p:nvPr>
            </p:nvGraphicFramePr>
            <p:xfrm>
              <a:off x="4724400" y="3733800"/>
              <a:ext cx="3200400" cy="238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4261"/>
                    <a:gridCol w="355326"/>
                    <a:gridCol w="574908"/>
                    <a:gridCol w="574908"/>
                    <a:gridCol w="349256"/>
                    <a:gridCol w="347529"/>
                    <a:gridCol w="714212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3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IN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4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5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6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C0000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7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A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B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11702" t="-103333" r="-346809" b="-4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9474" t="-103333" r="-243158" b="-4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15789" t="-103333" r="-305263" b="-4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15789" t="-103333" r="-205263" b="-4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48718" t="-103333" b="-456667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7030A0"/>
                              </a:solidFill>
                              <a:effectLst/>
                              <a:latin typeface="Times New Roman"/>
                              <a:ea typeface="Times New Roman"/>
                              <a:cs typeface="Times New Roman"/>
                            </a:rPr>
                            <a:t>0</a:t>
                          </a:r>
                          <a:endParaRPr lang="en-US" sz="11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3062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609600"/>
          </a:xfrm>
        </p:spPr>
        <p:txBody>
          <a:bodyPr>
            <a:no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sz="3600" b="1" dirty="0">
                <a:solidFill>
                  <a:srgbClr val="C00000"/>
                </a:solidFill>
              </a:rPr>
              <a:t>Adder: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990600"/>
            <a:ext cx="8229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itchFamily="34" charset="0"/>
              <a:buChar char="•"/>
            </a:pPr>
            <a:r>
              <a:rPr lang="en-IN" sz="2800" dirty="0"/>
              <a:t>The most basic operation a computer can perform is to add two numbers together through binary 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IN" sz="2800" dirty="0"/>
              <a:t>These types of addition operations are carried out by a special kind of combinational circuit called adders. 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IN" sz="2800" dirty="0"/>
              <a:t>A combination circuit that performs the addition of two bits is </a:t>
            </a:r>
            <a:r>
              <a:rPr lang="en-IN" sz="2800" b="1" dirty="0"/>
              <a:t>half adder.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IN" sz="2800" dirty="0"/>
              <a:t>A adder performs the addition of 2 significant bits and a previous carry is called a </a:t>
            </a:r>
            <a:r>
              <a:rPr lang="en-IN" sz="2800" b="1" dirty="0"/>
              <a:t>full adder.</a:t>
            </a:r>
            <a:endParaRPr lang="en-IN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39561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719"/>
            <a:ext cx="8229600" cy="609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Adder: Half Adder</a:t>
            </a:r>
            <a:endParaRPr lang="en-IN" sz="2800" b="1" dirty="0">
              <a:solidFill>
                <a:srgbClr val="C00000"/>
              </a:solidFill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33400"/>
            <a:ext cx="759878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533137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719"/>
            <a:ext cx="8229600" cy="609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Adder: Full Adder</a:t>
            </a:r>
            <a:endParaRPr lang="en-IN" sz="2800" b="1" dirty="0">
              <a:solidFill>
                <a:srgbClr val="C00000"/>
              </a:solidFill>
            </a:endParaRP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61258"/>
            <a:ext cx="7391400" cy="6220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789363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>
                <a:solidFill>
                  <a:srgbClr val="C00000"/>
                </a:solidFill>
                <a:latin typeface="Calibri Light" pitchFamily="34" charset="0"/>
              </a:rPr>
              <a:t>Flip-flops &amp; Latch: </a:t>
            </a:r>
            <a:r>
              <a:rPr lang="en-IN" sz="3600" b="1" dirty="0">
                <a:solidFill>
                  <a:srgbClr val="7030A0"/>
                </a:solidFill>
                <a:latin typeface="Calibri Light" pitchFamily="34" charset="0"/>
              </a:rPr>
              <a:t>1-bit Memory Cell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305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"/>
            <a:ext cx="78486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28988"/>
          <a:stretch/>
        </p:blipFill>
        <p:spPr bwMode="auto">
          <a:xfrm>
            <a:off x="152400" y="119062"/>
            <a:ext cx="8839199" cy="4785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28600" y="4876800"/>
                <a:ext cx="8762999" cy="19152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Operation:  If </a:t>
                </a:r>
                <a:r>
                  <a:rPr lang="en-US" sz="1600" b="1" dirty="0" err="1"/>
                  <a:t>Clk</a:t>
                </a:r>
                <a:r>
                  <a:rPr lang="en-US" sz="1600" b="1" dirty="0"/>
                  <a:t>=1, then</a:t>
                </a:r>
                <a:endParaRPr lang="en-US" sz="1600" dirty="0"/>
              </a:p>
              <a:p>
                <a:pPr lvl="0"/>
                <a:r>
                  <a:rPr lang="en-US" sz="1600" dirty="0"/>
                  <a:t>If S=0, R=0 when P.S.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600" dirty="0"/>
                  <a:t> = 0 or 1 then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N</m:t>
                    </m:r>
                    <m:r>
                      <a:rPr lang="en-US" sz="160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S</m:t>
                    </m:r>
                    <m:r>
                      <a:rPr lang="en-US" sz="160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  <m:r>
                          <a:rPr lang="en-US" sz="160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 dirty="0"/>
                  <a:t> = 0 or 1 respectively, hence No change in Next state.</a:t>
                </a:r>
              </a:p>
              <a:p>
                <a:pPr lvl="0"/>
                <a:r>
                  <a:rPr lang="en-US" sz="1600" dirty="0"/>
                  <a:t>If S=0, R=1 when P.S.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600" dirty="0"/>
                  <a:t> = 0 or 1 then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N</m:t>
                    </m:r>
                    <m:r>
                      <a:rPr lang="en-US" sz="160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S</m:t>
                    </m:r>
                    <m:r>
                      <a:rPr lang="en-US" sz="160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  <m:r>
                          <a:rPr lang="en-US" sz="160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 dirty="0"/>
                  <a:t> = 0, hence Next State will be Reset or Clear.</a:t>
                </a:r>
              </a:p>
              <a:p>
                <a:pPr lvl="0"/>
                <a:r>
                  <a:rPr lang="en-US" sz="1600" dirty="0"/>
                  <a:t>If S=1, R=0 when P.S.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600" dirty="0"/>
                  <a:t> = 0 or 1 then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N</m:t>
                    </m:r>
                    <m:r>
                      <a:rPr lang="en-US" sz="160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S</m:t>
                    </m:r>
                    <m:r>
                      <a:rPr lang="en-US" sz="160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  <m:r>
                          <a:rPr lang="en-US" sz="160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 dirty="0"/>
                  <a:t> = 1, hence Next State will be Set.</a:t>
                </a:r>
              </a:p>
              <a:p>
                <a:pPr lvl="0"/>
                <a:r>
                  <a:rPr lang="en-US" sz="1600" dirty="0"/>
                  <a:t>If S=1, R=1 when P.S.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600" dirty="0"/>
                  <a:t> = 0 or 1 then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N</m:t>
                    </m:r>
                    <m:r>
                      <a:rPr lang="en-US" sz="160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S</m:t>
                    </m:r>
                    <m:r>
                      <a:rPr lang="en-US" sz="160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  <m:r>
                          <a:rPr lang="en-US" sz="160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 dirty="0"/>
                  <a:t> = 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/>
                              </a:rPr>
                              <m:t>Q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  <m:r>
                          <a:rPr lang="en-US" sz="160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 dirty="0"/>
                  <a:t> = 0 (both un-complemented and complemented will try to becomes 0’s), hence Next State will be intermediate (invalid). </a:t>
                </a:r>
              </a:p>
              <a:p>
                <a:r>
                  <a:rPr lang="en-US" sz="1600" dirty="0"/>
                  <a:t>This condition is called ad Race condition.</a:t>
                </a: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876800"/>
                <a:ext cx="8762999" cy="1915204"/>
              </a:xfrm>
              <a:prstGeom prst="rect">
                <a:avLst/>
              </a:prstGeom>
              <a:blipFill rotWithShape="1">
                <a:blip r:embed="rId3"/>
                <a:stretch>
                  <a:fillRect l="-418" t="-955" b="-3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42073452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32243"/>
          <a:stretch/>
        </p:blipFill>
        <p:spPr bwMode="auto">
          <a:xfrm>
            <a:off x="381000" y="152400"/>
            <a:ext cx="8331468" cy="418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381000" y="4495800"/>
                <a:ext cx="8458200" cy="19397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Operation: If </a:t>
                </a:r>
                <a:r>
                  <a:rPr lang="en-US" sz="1600" b="1" dirty="0" err="1"/>
                  <a:t>Clk</a:t>
                </a:r>
                <a:r>
                  <a:rPr lang="en-US" sz="1600" b="1" dirty="0"/>
                  <a:t>=1, then</a:t>
                </a:r>
                <a:endParaRPr lang="en-US" sz="1600" dirty="0"/>
              </a:p>
              <a:p>
                <a:pPr lvl="0"/>
                <a:r>
                  <a:rPr lang="en-US" sz="1600" dirty="0"/>
                  <a:t>If J=0, K=0 when P.S.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600" dirty="0"/>
                  <a:t> = 0 or 1 then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N</m:t>
                    </m:r>
                    <m:r>
                      <a:rPr lang="en-US" sz="160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S</m:t>
                    </m:r>
                    <m:r>
                      <a:rPr lang="en-US" sz="160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  <m:r>
                          <a:rPr lang="en-US" sz="160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 dirty="0"/>
                  <a:t> = 0 or 1 respectively, hence No change in Next state.</a:t>
                </a:r>
              </a:p>
              <a:p>
                <a:pPr lvl="0"/>
                <a:r>
                  <a:rPr lang="en-US" sz="1600" dirty="0"/>
                  <a:t>If J=0, K=1 when P.S.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600" dirty="0"/>
                  <a:t> = 0 or 1 then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N</m:t>
                    </m:r>
                    <m:r>
                      <a:rPr lang="en-US" sz="160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S</m:t>
                    </m:r>
                    <m:r>
                      <a:rPr lang="en-US" sz="160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  <m:r>
                          <a:rPr lang="en-US" sz="160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 dirty="0"/>
                  <a:t> = 0, hence Next State will be Reset or Clear.</a:t>
                </a:r>
              </a:p>
              <a:p>
                <a:pPr lvl="0"/>
                <a:r>
                  <a:rPr lang="en-US" sz="1600" dirty="0"/>
                  <a:t>If J=1, K=0 when P.S.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600" dirty="0"/>
                  <a:t> = 0 or 1 then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N</m:t>
                    </m:r>
                    <m:r>
                      <a:rPr lang="en-US" sz="160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S</m:t>
                    </m:r>
                    <m:r>
                      <a:rPr lang="en-US" sz="160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  <m:r>
                          <a:rPr lang="en-US" sz="160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 dirty="0"/>
                  <a:t> = 1, hence Next State will be Set.</a:t>
                </a:r>
              </a:p>
              <a:p>
                <a:pPr lvl="0"/>
                <a:r>
                  <a:rPr lang="en-US" sz="1600" dirty="0"/>
                  <a:t>If J=1, K=1 when P.S.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600" dirty="0"/>
                  <a:t> = 0 or 1 then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N</m:t>
                    </m:r>
                    <m:r>
                      <a:rPr lang="en-US" sz="160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S</m:t>
                    </m:r>
                    <m:r>
                      <a:rPr lang="en-US" sz="160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n</m:t>
                        </m:r>
                        <m:r>
                          <a:rPr lang="en-US" sz="160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 dirty="0"/>
                  <a:t> = 1 or 0 respectively, hence Next State will be complement of Present state. </a:t>
                </a:r>
              </a:p>
              <a:p>
                <a:r>
                  <a:rPr lang="en-US" sz="1600" dirty="0"/>
                  <a:t>This condition is called ad Race around condition.</a:t>
                </a: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495800"/>
                <a:ext cx="8458200" cy="1939762"/>
              </a:xfrm>
              <a:prstGeom prst="rect">
                <a:avLst/>
              </a:prstGeom>
              <a:blipFill rotWithShape="1">
                <a:blip r:embed="rId3"/>
                <a:stretch>
                  <a:fillRect l="-433" t="-943" r="-433" b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3224643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57200"/>
            <a:ext cx="7543800" cy="556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97328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99465"/>
            <a:ext cx="8077200" cy="6001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33225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latin typeface="Calibri Light" pitchFamily="34" charset="0"/>
              </a:rPr>
              <a:t>Applications of Flip-Flops</a:t>
            </a:r>
            <a:endParaRPr lang="en-IN" sz="3600" b="1" dirty="0">
              <a:solidFill>
                <a:srgbClr val="C00000"/>
              </a:solidFill>
              <a:latin typeface="Calibri Light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" y="1676400"/>
            <a:ext cx="6858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dirty="0"/>
              <a:t>Flip flops can be used,</a:t>
            </a:r>
            <a:endParaRPr lang="en-US" sz="2400" dirty="0"/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as a one bit memory cell.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in counters. 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in shift registers.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in sequence generators.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in sequence detectors.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73183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latin typeface="Calibri Light" pitchFamily="34" charset="0"/>
              </a:rPr>
              <a:t>Block Diagram of Microprocessor</a:t>
            </a:r>
            <a:endParaRPr lang="en-IN" sz="3600" b="1" dirty="0">
              <a:solidFill>
                <a:srgbClr val="C00000"/>
              </a:solidFill>
              <a:latin typeface="Calibri Light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grpSp>
        <p:nvGrpSpPr>
          <p:cNvPr id="6" name="Canvas 2052"/>
          <p:cNvGrpSpPr/>
          <p:nvPr/>
        </p:nvGrpSpPr>
        <p:grpSpPr>
          <a:xfrm>
            <a:off x="1728054" y="1382010"/>
            <a:ext cx="6196745" cy="4256790"/>
            <a:chOff x="0" y="0"/>
            <a:chExt cx="4497070" cy="2444034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4497070" cy="2440940"/>
            </a:xfrm>
            <a:prstGeom prst="rect">
              <a:avLst/>
            </a:prstGeom>
          </p:spPr>
        </p:sp>
        <p:sp>
          <p:nvSpPr>
            <p:cNvPr id="8" name="Rectangle 7"/>
            <p:cNvSpPr/>
            <p:nvPr/>
          </p:nvSpPr>
          <p:spPr>
            <a:xfrm>
              <a:off x="318944" y="38419"/>
              <a:ext cx="1010093" cy="55693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  <a:cs typeface="Times New Roman"/>
                </a:rPr>
                <a:t>Accumulator</a:t>
              </a:r>
              <a:endParaRPr lang="en-US" sz="1400" dirty="0">
                <a:effectLst/>
                <a:ea typeface="Times New Roman"/>
                <a:cs typeface="Times New Roman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721529" y="38408"/>
              <a:ext cx="1009650" cy="5569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ALU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92970" y="38408"/>
              <a:ext cx="1009650" cy="5569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Working Registers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5625" y="1434639"/>
              <a:ext cx="1009650" cy="61658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Timing &amp; control circuit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125214" y="1424010"/>
              <a:ext cx="1009650" cy="61658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Interrupt circuit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636657" y="1434639"/>
              <a:ext cx="1297929" cy="61658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Stack pointer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Program counter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4" name="Left-Right Arrow 13"/>
            <p:cNvSpPr/>
            <p:nvPr/>
          </p:nvSpPr>
          <p:spPr>
            <a:xfrm>
              <a:off x="159488" y="956928"/>
              <a:ext cx="4178596" cy="159487"/>
            </a:xfrm>
            <a:prstGeom prst="left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" name="Up-Down Arrow 14"/>
            <p:cNvSpPr/>
            <p:nvPr/>
          </p:nvSpPr>
          <p:spPr>
            <a:xfrm>
              <a:off x="754912" y="595421"/>
              <a:ext cx="148856" cy="361507"/>
            </a:xfrm>
            <a:prstGeom prst="up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" name="Up-Down Arrow 15"/>
            <p:cNvSpPr/>
            <p:nvPr/>
          </p:nvSpPr>
          <p:spPr>
            <a:xfrm>
              <a:off x="2136385" y="1073324"/>
              <a:ext cx="148590" cy="361315"/>
            </a:xfrm>
            <a:prstGeom prst="up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ea typeface="Times New Roman"/>
                  <a:cs typeface="Times New Roman"/>
                </a:rPr>
                <a:t> 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 rot="5400000">
              <a:off x="2019671" y="723521"/>
              <a:ext cx="372140" cy="137202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" name="Right Arrow 17"/>
            <p:cNvSpPr/>
            <p:nvPr/>
          </p:nvSpPr>
          <p:spPr>
            <a:xfrm rot="16200000">
              <a:off x="3358607" y="722772"/>
              <a:ext cx="372110" cy="13716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19" name="Up-Down Arrow 18"/>
            <p:cNvSpPr/>
            <p:nvPr/>
          </p:nvSpPr>
          <p:spPr>
            <a:xfrm>
              <a:off x="3475285" y="1062695"/>
              <a:ext cx="148590" cy="361315"/>
            </a:xfrm>
            <a:prstGeom prst="up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latin typeface="Times New Roman"/>
                  <a:ea typeface="Times New Roman"/>
                </a:rPr>
                <a:t> </a:t>
              </a:r>
              <a:endParaRPr lang="en-US" sz="1200">
                <a:effectLst/>
                <a:latin typeface="Times New Roman"/>
                <a:ea typeface="Times New Roman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latin typeface="Times New Roman"/>
                  <a:ea typeface="Times New Roman"/>
                </a:rPr>
                <a:t> </a:t>
              </a:r>
              <a:endParaRPr lang="en-US" sz="120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1338435" y="233699"/>
              <a:ext cx="372110" cy="13716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 rot="10800000">
              <a:off x="2731371" y="211680"/>
              <a:ext cx="372110" cy="13716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latin typeface="Times New Roman"/>
                  <a:ea typeface="Times New Roman"/>
                </a:rPr>
                <a:t> </a:t>
              </a:r>
              <a:endParaRPr lang="en-US" sz="120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265134" y="1934817"/>
              <a:ext cx="37134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636657" y="1742932"/>
              <a:ext cx="1297929" cy="0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105786" y="595421"/>
              <a:ext cx="0" cy="83921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/>
            <p:nvPr/>
          </p:nvCxnSpPr>
          <p:spPr>
            <a:xfrm rot="10800000" flipV="1">
              <a:off x="1105787" y="606050"/>
              <a:ext cx="829339" cy="255184"/>
            </a:xfrm>
            <a:prstGeom prst="bentConnector3">
              <a:avLst>
                <a:gd name="adj1" fmla="val -1282"/>
              </a:avLst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" name="Text Box 2051"/>
            <p:cNvSpPr txBox="1"/>
            <p:nvPr/>
          </p:nvSpPr>
          <p:spPr>
            <a:xfrm>
              <a:off x="514615" y="2156601"/>
              <a:ext cx="3822522" cy="287433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600" b="1" dirty="0">
                  <a:solidFill>
                    <a:srgbClr val="7030A0"/>
                  </a:solidFill>
                  <a:effectLst/>
                  <a:latin typeface="Times New Roman"/>
                  <a:ea typeface="Times New Roman"/>
                  <a:cs typeface="Times New Roman"/>
                </a:rPr>
                <a:t>Fig. Architecture (Block diagram) of Microprocessor</a:t>
              </a:r>
              <a:endParaRPr lang="en-US" sz="1400" dirty="0">
                <a:solidFill>
                  <a:srgbClr val="7030A0"/>
                </a:solidFill>
                <a:effectLst/>
                <a:ea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42256038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latin typeface="Calibri Light" pitchFamily="34" charset="0"/>
              </a:rPr>
              <a:t>Block Diagram of Microcontroller</a:t>
            </a:r>
            <a:endParaRPr lang="en-IN" sz="3600" b="1" dirty="0">
              <a:solidFill>
                <a:srgbClr val="C00000"/>
              </a:solidFill>
              <a:latin typeface="Calibri Light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grpSp>
        <p:nvGrpSpPr>
          <p:cNvPr id="6" name="Canvas 467"/>
          <p:cNvGrpSpPr/>
          <p:nvPr/>
        </p:nvGrpSpPr>
        <p:grpSpPr>
          <a:xfrm>
            <a:off x="855816" y="1091459"/>
            <a:ext cx="7430038" cy="4468599"/>
            <a:chOff x="0" y="0"/>
            <a:chExt cx="4613910" cy="3224308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4613910" cy="3221355"/>
            </a:xfrm>
            <a:prstGeom prst="rect">
              <a:avLst/>
            </a:prstGeom>
          </p:spPr>
        </p:sp>
        <p:sp>
          <p:nvSpPr>
            <p:cNvPr id="8" name="Rectangle 7"/>
            <p:cNvSpPr/>
            <p:nvPr/>
          </p:nvSpPr>
          <p:spPr>
            <a:xfrm>
              <a:off x="435666" y="801594"/>
              <a:ext cx="1010093" cy="616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  <a:cs typeface="Times New Roman"/>
                </a:rPr>
                <a:t>Accumulator</a:t>
              </a:r>
              <a:endParaRPr lang="en-US" sz="1400" dirty="0">
                <a:effectLst/>
                <a:ea typeface="Times New Roman"/>
                <a:cs typeface="Times New Roman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38407" y="801697"/>
              <a:ext cx="1009650" cy="61658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ALU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10001" y="801697"/>
              <a:ext cx="1009650" cy="61658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Working Registers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0308" y="2257066"/>
              <a:ext cx="1009650" cy="57198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Timing &amp; control circuit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560953" y="2255899"/>
              <a:ext cx="761884" cy="57285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Timer/ Counter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3" name="Left-Right Arrow 12"/>
            <p:cNvSpPr/>
            <p:nvPr/>
          </p:nvSpPr>
          <p:spPr>
            <a:xfrm>
              <a:off x="233653" y="1779789"/>
              <a:ext cx="4178596" cy="159487"/>
            </a:xfrm>
            <a:prstGeom prst="left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" name="Up-Down Arrow 13"/>
            <p:cNvSpPr/>
            <p:nvPr/>
          </p:nvSpPr>
          <p:spPr>
            <a:xfrm>
              <a:off x="818433" y="1418282"/>
              <a:ext cx="148856" cy="361507"/>
            </a:xfrm>
            <a:prstGeom prst="up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" name="Up-Down Arrow 14"/>
            <p:cNvSpPr/>
            <p:nvPr/>
          </p:nvSpPr>
          <p:spPr>
            <a:xfrm>
              <a:off x="1827751" y="1896185"/>
              <a:ext cx="148590" cy="361315"/>
            </a:xfrm>
            <a:prstGeom prst="up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ea typeface="Times New Roman"/>
                  <a:cs typeface="Times New Roman"/>
                </a:rPr>
                <a:t> 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 rot="5400000">
              <a:off x="2136357" y="1546382"/>
              <a:ext cx="372140" cy="137202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" name="Right Arrow 16"/>
            <p:cNvSpPr/>
            <p:nvPr/>
          </p:nvSpPr>
          <p:spPr>
            <a:xfrm rot="16200000">
              <a:off x="3539091" y="1545633"/>
              <a:ext cx="372110" cy="13716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18" name="Up-Down Arrow 17"/>
            <p:cNvSpPr/>
            <p:nvPr/>
          </p:nvSpPr>
          <p:spPr>
            <a:xfrm>
              <a:off x="3857796" y="1885556"/>
              <a:ext cx="148590" cy="361315"/>
            </a:xfrm>
            <a:prstGeom prst="up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latin typeface="Times New Roman"/>
                  <a:ea typeface="Times New Roman"/>
                </a:rPr>
                <a:t> </a:t>
              </a:r>
              <a:endParaRPr lang="en-US" sz="1200">
                <a:effectLst/>
                <a:latin typeface="Times New Roman"/>
                <a:ea typeface="Times New Roman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latin typeface="Times New Roman"/>
                  <a:ea typeface="Times New Roman"/>
                </a:rPr>
                <a:t> </a:t>
              </a:r>
              <a:endParaRPr lang="en-US" sz="120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1455121" y="1056560"/>
              <a:ext cx="372110" cy="13716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 rot="10800000">
              <a:off x="2848057" y="1034541"/>
              <a:ext cx="372110" cy="13716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latin typeface="Times New Roman"/>
                  <a:ea typeface="Times New Roman"/>
                </a:rPr>
                <a:t> </a:t>
              </a:r>
              <a:endParaRPr lang="en-US" sz="120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1222472" y="1418282"/>
              <a:ext cx="0" cy="83921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/>
            <p:nvPr/>
          </p:nvCxnSpPr>
          <p:spPr>
            <a:xfrm rot="10800000" flipV="1">
              <a:off x="1222473" y="1428911"/>
              <a:ext cx="829339" cy="255184"/>
            </a:xfrm>
            <a:prstGeom prst="bentConnector3">
              <a:avLst>
                <a:gd name="adj1" fmla="val -1282"/>
              </a:avLst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Text Box 479"/>
            <p:cNvSpPr txBox="1"/>
            <p:nvPr/>
          </p:nvSpPr>
          <p:spPr>
            <a:xfrm>
              <a:off x="564034" y="2936875"/>
              <a:ext cx="3774149" cy="287433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600" b="1" dirty="0">
                  <a:solidFill>
                    <a:srgbClr val="7030A0"/>
                  </a:solidFill>
                  <a:effectLst/>
                  <a:latin typeface="Times New Roman"/>
                  <a:ea typeface="Times New Roman"/>
                  <a:cs typeface="Times New Roman"/>
                </a:rPr>
                <a:t>Fig. Architecture (Block diagram) of Microcontroller</a:t>
              </a:r>
              <a:endParaRPr lang="en-US" sz="1400" dirty="0">
                <a:solidFill>
                  <a:srgbClr val="7030A0"/>
                </a:solidFill>
                <a:effectLst/>
                <a:ea typeface="Times New Roman"/>
                <a:cs typeface="Times New Roman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38623" y="36011"/>
              <a:ext cx="1009015" cy="4017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Memory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25" name="Left-Up Arrow 24"/>
            <p:cNvSpPr/>
            <p:nvPr/>
          </p:nvSpPr>
          <p:spPr>
            <a:xfrm rot="10800000">
              <a:off x="903350" y="158003"/>
              <a:ext cx="924683" cy="621806"/>
            </a:xfrm>
            <a:prstGeom prst="leftUpArrow">
              <a:avLst>
                <a:gd name="adj1" fmla="val 9993"/>
                <a:gd name="adj2" fmla="val 15096"/>
                <a:gd name="adj3" fmla="val 13788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" name="Left-Up Arrow 25"/>
            <p:cNvSpPr/>
            <p:nvPr/>
          </p:nvSpPr>
          <p:spPr>
            <a:xfrm rot="10800000" flipH="1">
              <a:off x="2858270" y="157943"/>
              <a:ext cx="945441" cy="652817"/>
            </a:xfrm>
            <a:prstGeom prst="leftUpArrow">
              <a:avLst>
                <a:gd name="adj1" fmla="val 9862"/>
                <a:gd name="adj2" fmla="val 15096"/>
                <a:gd name="adj3" fmla="val 13788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27" name="Right Arrow 26"/>
            <p:cNvSpPr/>
            <p:nvPr/>
          </p:nvSpPr>
          <p:spPr>
            <a:xfrm rot="5400000">
              <a:off x="2146398" y="556324"/>
              <a:ext cx="372110" cy="13716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539356" y="2277100"/>
              <a:ext cx="788734" cy="55185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Serial I/O ports</a:t>
              </a:r>
              <a:endParaRPr lang="en-US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451109" y="2276037"/>
              <a:ext cx="944900" cy="55281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Interrupt circuit</a:t>
              </a:r>
              <a:endParaRPr lang="en-US" sz="1400" dirty="0">
                <a:effectLst/>
                <a:latin typeface="Times New Roman"/>
                <a:ea typeface="Times New Roman"/>
              </a:endParaRPr>
            </a:p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 ports</a:t>
              </a:r>
              <a:endParaRPr lang="en-US" sz="14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30" name="Up-Down Arrow 29"/>
            <p:cNvSpPr/>
            <p:nvPr/>
          </p:nvSpPr>
          <p:spPr>
            <a:xfrm>
              <a:off x="2879425" y="1906441"/>
              <a:ext cx="147955" cy="360680"/>
            </a:xfrm>
            <a:prstGeom prst="up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latin typeface="Times New Roman"/>
                  <a:ea typeface="Times New Roman"/>
                </a:rPr>
                <a:t> </a:t>
              </a:r>
              <a:endParaRPr lang="en-US" sz="1200">
                <a:effectLst/>
                <a:latin typeface="Times New Roman"/>
                <a:ea typeface="Times New Roman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100">
                  <a:effectLst/>
                  <a:latin typeface="Times New Roman"/>
                  <a:ea typeface="Times New Roman"/>
                </a:rPr>
                <a:t> </a:t>
              </a:r>
              <a:endParaRPr lang="en-US" sz="1200">
                <a:effectLst/>
                <a:latin typeface="Times New Roman"/>
                <a:ea typeface="Times New Roman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743727" y="5967120"/>
            <a:ext cx="76382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Microcontroller consists of circuitry of Microprocessor and has in built RAM, ROM, I/O devices, Timers, Counters and other peripheral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4873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 Light" pitchFamily="34" charset="0"/>
              </a:rPr>
              <a:t>Difference Between </a:t>
            </a:r>
            <a:r>
              <a:rPr lang="en-US" sz="3200" b="1" dirty="0">
                <a:solidFill>
                  <a:srgbClr val="7030A0"/>
                </a:solidFill>
                <a:latin typeface="Calibri Light" pitchFamily="34" charset="0"/>
              </a:rPr>
              <a:t>Microprocessor &amp; Microcontroller</a:t>
            </a:r>
            <a:endParaRPr lang="en-US" sz="3200" dirty="0">
              <a:latin typeface="Calibri Light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482820344"/>
              </p:ext>
            </p:extLst>
          </p:nvPr>
        </p:nvGraphicFramePr>
        <p:xfrm>
          <a:off x="228600" y="609600"/>
          <a:ext cx="8763000" cy="554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57150" marR="0" algn="ctr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Parameters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Microprocessor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Microcontroller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88375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Contains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ALU, General purpose register, stack pointer, program counter, timing &amp; control circuit, interrupt circuit.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Circuitry of Microprocessor and has in built RAM, ROM, I/O devices, Timers, Counters and other peripheral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RAM, ROM, I/O devices, Timers, Counters and other peripheral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Not present on the chips.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Embedded on the single chip. (inbuilt)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External bus to interface Memory, I/O devices, Timers and other peripherals.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Required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Not required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Memory address space &amp; data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Large &amp; more respectively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Small &amp; less respectively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Multifunction pins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Less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More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Clock speed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 (1 GHz to 4 GHz)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Less (1 MHz to 300 MHz)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Design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Very flexible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Less flexible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Reliability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Less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Power consumption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Cost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Expensive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Cheap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Available in size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32-bits, 64 bits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8-bits, 16 bits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Used for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General purpose applications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Specific applications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marL="5715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Example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8085, 8086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8051, PIC, ARM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260" marR="45260" marT="22630" marB="22630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Text and Reference Books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“Modern Digital Electronics” by R.P. Jain, 4th Edition, Tata McGraw Hill</a:t>
            </a:r>
          </a:p>
          <a:p>
            <a:r>
              <a:rPr lang="en-US" dirty="0"/>
              <a:t>“Digital Fundamentals” by Thomas. L. Floyd, 11th Edition, Pearson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 bwMode="auto">
          <a:xfrm>
            <a:off x="228600" y="1253331"/>
            <a:ext cx="83058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charset="0"/>
              <a:buNone/>
            </a:pPr>
            <a:endParaRPr lang="en-US" altLang="en-US" dirty="0"/>
          </a:p>
          <a:p>
            <a:pPr algn="ctr">
              <a:buFont typeface="Arial" charset="0"/>
              <a:buNone/>
            </a:pPr>
            <a:endParaRPr lang="en-US" altLang="en-US" dirty="0"/>
          </a:p>
          <a:p>
            <a:pPr algn="ctr">
              <a:buFont typeface="Arial" charset="0"/>
              <a:buNone/>
            </a:pPr>
            <a:endParaRPr lang="en-US" altLang="en-US" dirty="0"/>
          </a:p>
          <a:p>
            <a:pPr algn="ctr">
              <a:buFont typeface="Arial" charset="0"/>
              <a:buNone/>
            </a:pPr>
            <a:r>
              <a:rPr lang="en-US" altLang="en-US" sz="4800" b="1" i="1" dirty="0">
                <a:solidFill>
                  <a:schemeClr val="accent2"/>
                </a:solidFill>
                <a:latin typeface="Calibri Light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2852</TotalTime>
  <Words>1355</Words>
  <Application>Microsoft Office PowerPoint</Application>
  <PresentationFormat>On-screen Show (4:3)</PresentationFormat>
  <Paragraphs>491</Paragraphs>
  <Slides>49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Slide 1</vt:lpstr>
      <vt:lpstr>Unit III : Logic Gates and Digital Circuits</vt:lpstr>
      <vt:lpstr>Number System</vt:lpstr>
      <vt:lpstr>Classification of Number System</vt:lpstr>
      <vt:lpstr>Description about of Number System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Logic Gates &amp; its Classification</vt:lpstr>
      <vt:lpstr>Logic Gates: Basic Logic Gates</vt:lpstr>
      <vt:lpstr>Logic Gates: Universal &amp; Other Gates</vt:lpstr>
      <vt:lpstr>DeMorgan’s Theorem</vt:lpstr>
      <vt:lpstr>Proof of DeMorgan’s First Theorem</vt:lpstr>
      <vt:lpstr>Proof of DeMorgan’s Second Theorem</vt:lpstr>
      <vt:lpstr>Adder:</vt:lpstr>
      <vt:lpstr>Adder: Half Adder</vt:lpstr>
      <vt:lpstr>Adder: Full Adder</vt:lpstr>
      <vt:lpstr>Flip-flops &amp; Latch: 1-bit Memory Cell</vt:lpstr>
      <vt:lpstr>Slide 39</vt:lpstr>
      <vt:lpstr>Slide 40</vt:lpstr>
      <vt:lpstr>Slide 41</vt:lpstr>
      <vt:lpstr>Slide 42</vt:lpstr>
      <vt:lpstr>Slide 43</vt:lpstr>
      <vt:lpstr>Applications of Flip-Flops</vt:lpstr>
      <vt:lpstr>Block Diagram of Microprocessor</vt:lpstr>
      <vt:lpstr>Block Diagram of Microcontroller</vt:lpstr>
      <vt:lpstr>Difference Between Microprocessor &amp; Microcontroller</vt:lpstr>
      <vt:lpstr>Text and Reference Books</vt:lpstr>
      <vt:lpstr>Slide 49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DM17</dc:creator>
  <cp:lastModifiedBy>Admin</cp:lastModifiedBy>
  <cp:revision>271</cp:revision>
  <dcterms:created xsi:type="dcterms:W3CDTF">2006-08-16T00:00:00Z</dcterms:created>
  <dcterms:modified xsi:type="dcterms:W3CDTF">2025-11-08T04:18:16Z</dcterms:modified>
</cp:coreProperties>
</file>